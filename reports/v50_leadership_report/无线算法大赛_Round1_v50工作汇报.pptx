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42c6df82d491c" /><Relationship Type="http://schemas.openxmlformats.org/officeDocument/2006/relationships/extended-properties" Target="/docProps/app.xml" Id="Rb570e919a73e44ec" /><Relationship Type="http://schemas.openxmlformats.org/officeDocument/2006/relationships/officeDocument" Target="/ppt/presentation.xml" Id="Rf44f783e7453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3092d8f764697"/>
  </p:sldMasterIdLst>
  <p:notesMasterIdLst>
    <p:notesMasterId xmlns:r="http://schemas.openxmlformats.org/officeDocument/2006/relationships" r:id="R9c752a1d753947e5"/>
  </p:notesMasterIdLst>
  <p:sldIdLst>
    <p:sldId xmlns:r="http://schemas.openxmlformats.org/officeDocument/2006/relationships" id="256" r:id="Rfb9be107f6114275"/>
    <p:sldId xmlns:r="http://schemas.openxmlformats.org/officeDocument/2006/relationships" id="257" r:id="Rcffaa95024034c0c"/>
    <p:sldId xmlns:r="http://schemas.openxmlformats.org/officeDocument/2006/relationships" id="258" r:id="R295f0ec9ee324b6b"/>
    <p:sldId xmlns:r="http://schemas.openxmlformats.org/officeDocument/2006/relationships" id="259" r:id="Ree732350b9744e71"/>
    <p:sldId xmlns:r="http://schemas.openxmlformats.org/officeDocument/2006/relationships" id="260" r:id="R89f3311024fd4255"/>
    <p:sldId xmlns:r="http://schemas.openxmlformats.org/officeDocument/2006/relationships" id="261" r:id="R09bdb5f123cb4500"/>
    <p:sldId xmlns:r="http://schemas.openxmlformats.org/officeDocument/2006/relationships" id="262" r:id="R411e05f55a914888"/>
    <p:sldId xmlns:r="http://schemas.openxmlformats.org/officeDocument/2006/relationships" id="263" r:id="R2abfb5b869e94895"/>
    <p:sldId xmlns:r="http://schemas.openxmlformats.org/officeDocument/2006/relationships" id="264" r:id="R32bd119defd4461e"/>
    <p:sldId xmlns:r="http://schemas.openxmlformats.org/officeDocument/2006/relationships" id="265" r:id="R01b78e85c97745d2"/>
    <p:sldId xmlns:r="http://schemas.openxmlformats.org/officeDocument/2006/relationships" id="266" r:id="Ra6c786e5235d461d"/>
    <p:sldId xmlns:r="http://schemas.openxmlformats.org/officeDocument/2006/relationships" id="267" r:id="R3d3f77d97eda411e"/>
    <p:sldId xmlns:r="http://schemas.openxmlformats.org/officeDocument/2006/relationships" id="268" r:id="R0e4307944dca4810"/>
    <p:sldId xmlns:r="http://schemas.openxmlformats.org/officeDocument/2006/relationships" id="269" r:id="R55f79b1ae8474823"/>
    <p:sldId xmlns:r="http://schemas.openxmlformats.org/officeDocument/2006/relationships" id="270" r:id="Rdb244b7dc0b14fe0"/>
    <p:sldId xmlns:r="http://schemas.openxmlformats.org/officeDocument/2006/relationships" id="271" r:id="Re827fbd5fe244321"/>
    <p:sldId xmlns:r="http://schemas.openxmlformats.org/officeDocument/2006/relationships" id="272" r:id="R57573c0c7fa844be"/>
    <p:sldId xmlns:r="http://schemas.openxmlformats.org/officeDocument/2006/relationships" id="273" r:id="R4adba1e8ff9c4a8d"/>
    <p:sldId xmlns:r="http://schemas.openxmlformats.org/officeDocument/2006/relationships" id="274" r:id="R4defdf396efa4261"/>
    <p:sldId xmlns:r="http://schemas.openxmlformats.org/officeDocument/2006/relationships" id="275" r:id="Rf5529b56c109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f1db6f5cf4d3d" /><Relationship Type="http://schemas.openxmlformats.org/officeDocument/2006/relationships/slideMaster" Target="/ppt/slideMasters/slideMaster1.xml" Id="R1e33092d8f764697" /><Relationship Type="http://schemas.openxmlformats.org/officeDocument/2006/relationships/notesMaster" Target="/ppt/notesMasters/notesMaster1.xml" Id="R9c752a1d753947e5" /><Relationship Type="http://schemas.openxmlformats.org/officeDocument/2006/relationships/presProps" Target="/ppt/presProps.xml" Id="Re777d4adbcf5416b" /><Relationship Type="http://schemas.openxmlformats.org/officeDocument/2006/relationships/tableStyles" Target="/ppt/tableStyles.xml" Id="Rf768861873964aa4" /><Relationship Type="http://schemas.openxmlformats.org/officeDocument/2006/relationships/slide" Target="/ppt/slides/slide1.xml" Id="Rfb9be107f6114275" /><Relationship Type="http://schemas.openxmlformats.org/officeDocument/2006/relationships/slide" Target="/ppt/slides/slide2.xml" Id="Rcffaa95024034c0c" /><Relationship Type="http://schemas.openxmlformats.org/officeDocument/2006/relationships/slide" Target="/ppt/slides/slide3.xml" Id="R295f0ec9ee324b6b" /><Relationship Type="http://schemas.openxmlformats.org/officeDocument/2006/relationships/slide" Target="/ppt/slides/slide4.xml" Id="Ree732350b9744e71" /><Relationship Type="http://schemas.openxmlformats.org/officeDocument/2006/relationships/slide" Target="/ppt/slides/slide5.xml" Id="R89f3311024fd4255" /><Relationship Type="http://schemas.openxmlformats.org/officeDocument/2006/relationships/slide" Target="/ppt/slides/slide6.xml" Id="R09bdb5f123cb4500" /><Relationship Type="http://schemas.openxmlformats.org/officeDocument/2006/relationships/slide" Target="/ppt/slides/slide7.xml" Id="R411e05f55a914888" /><Relationship Type="http://schemas.openxmlformats.org/officeDocument/2006/relationships/slide" Target="/ppt/slides/slide8.xml" Id="R2abfb5b869e94895" /><Relationship Type="http://schemas.openxmlformats.org/officeDocument/2006/relationships/slide" Target="/ppt/slides/slide9.xml" Id="R32bd119defd4461e" /><Relationship Type="http://schemas.openxmlformats.org/officeDocument/2006/relationships/slide" Target="/ppt/slides/slide10.xml" Id="R01b78e85c97745d2" /><Relationship Type="http://schemas.openxmlformats.org/officeDocument/2006/relationships/slide" Target="/ppt/slides/slide11.xml" Id="Ra6c786e5235d461d" /><Relationship Type="http://schemas.openxmlformats.org/officeDocument/2006/relationships/slide" Target="/ppt/slides/slide12.xml" Id="R3d3f77d97eda411e" /><Relationship Type="http://schemas.openxmlformats.org/officeDocument/2006/relationships/slide" Target="/ppt/slides/slide13.xml" Id="R0e4307944dca4810" /><Relationship Type="http://schemas.openxmlformats.org/officeDocument/2006/relationships/slide" Target="/ppt/slides/slide14.xml" Id="R55f79b1ae8474823" /><Relationship Type="http://schemas.openxmlformats.org/officeDocument/2006/relationships/slide" Target="/ppt/slides/slide15.xml" Id="Rdb244b7dc0b14fe0" /><Relationship Type="http://schemas.openxmlformats.org/officeDocument/2006/relationships/slide" Target="/ppt/slides/slide16.xml" Id="Re827fbd5fe244321" /><Relationship Type="http://schemas.openxmlformats.org/officeDocument/2006/relationships/slide" Target="/ppt/slides/slide17.xml" Id="R57573c0c7fa844be" /><Relationship Type="http://schemas.openxmlformats.org/officeDocument/2006/relationships/slide" Target="/ppt/slides/slide18.xml" Id="R4adba1e8ff9c4a8d" /><Relationship Type="http://schemas.openxmlformats.org/officeDocument/2006/relationships/slide" Target="/ppt/slides/slide19.xml" Id="R4defdf396efa4261" /><Relationship Type="http://schemas.openxmlformats.org/officeDocument/2006/relationships/slide" Target="/ppt/slides/slide20.xml" Id="Rf5529b56c109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8199c66794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6031c1d06f43ce" /><Relationship Type="http://schemas.openxmlformats.org/officeDocument/2006/relationships/notesMaster" Target="/ppt/notesMasters/notesMaster1.xml" Id="Rd46a76f4099b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89313b83a4f58" /><Relationship Type="http://schemas.openxmlformats.org/officeDocument/2006/relationships/notesMaster" Target="/ppt/notesMasters/notesMaster1.xml" Id="Rc6d94ba8281f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68c6fc6ff4205" /><Relationship Type="http://schemas.openxmlformats.org/officeDocument/2006/relationships/notesMaster" Target="/ppt/notesMasters/notesMaster1.xml" Id="Rebc87b9b078c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c7b331e4e4af4" /><Relationship Type="http://schemas.openxmlformats.org/officeDocument/2006/relationships/notesMaster" Target="/ppt/notesMasters/notesMaster1.xml" Id="Rdfbc26b2e5d0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40c7088aa1491e" /><Relationship Type="http://schemas.openxmlformats.org/officeDocument/2006/relationships/notesMaster" Target="/ppt/notesMasters/notesMaster1.xml" Id="R9936302a6a49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e106bb82ec4add" /><Relationship Type="http://schemas.openxmlformats.org/officeDocument/2006/relationships/notesMaster" Target="/ppt/notesMasters/notesMaster1.xml" Id="Rb1f5e086b6754f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cfb765096745cf" /><Relationship Type="http://schemas.openxmlformats.org/officeDocument/2006/relationships/notesMaster" Target="/ppt/notesMasters/notesMaster1.xml" Id="Rfbbec113832d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4fa6443e224483" /><Relationship Type="http://schemas.openxmlformats.org/officeDocument/2006/relationships/notesMaster" Target="/ppt/notesMasters/notesMaster1.xml" Id="Rf11da33b72504b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27f91599744f49" /><Relationship Type="http://schemas.openxmlformats.org/officeDocument/2006/relationships/notesMaster" Target="/ppt/notesMasters/notesMaster1.xml" Id="R0f939c2f936240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c5cd384f346d9" /><Relationship Type="http://schemas.openxmlformats.org/officeDocument/2006/relationships/notesMaster" Target="/ppt/notesMasters/notesMaster1.xml" Id="R4e31443d3ccb47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6f4b98e39c456b" /><Relationship Type="http://schemas.openxmlformats.org/officeDocument/2006/relationships/notesMaster" Target="/ppt/notesMasters/notesMaster1.xml" Id="R77421a466a8f4d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2f3fbee2154ce0" /><Relationship Type="http://schemas.openxmlformats.org/officeDocument/2006/relationships/notesMaster" Target="/ppt/notesMasters/notesMaster1.xml" Id="R0b9881f3d5b346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98b259ff094c1e" /><Relationship Type="http://schemas.openxmlformats.org/officeDocument/2006/relationships/notesMaster" Target="/ppt/notesMasters/notesMaster1.xml" Id="R7e62a29924aa41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6d15fe4f9d474e" /><Relationship Type="http://schemas.openxmlformats.org/officeDocument/2006/relationships/notesMaster" Target="/ppt/notesMasters/notesMaster1.xml" Id="R14f16e2d848e40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a0a29ed1f549ec" /><Relationship Type="http://schemas.openxmlformats.org/officeDocument/2006/relationships/notesMaster" Target="/ppt/notesMasters/notesMaster1.xml" Id="R8b5374609f944b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77c4fa86a4571" /><Relationship Type="http://schemas.openxmlformats.org/officeDocument/2006/relationships/notesMaster" Target="/ppt/notesMasters/notesMaster1.xml" Id="R4aff8da2d68044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13f6a5c2d94b07" /><Relationship Type="http://schemas.openxmlformats.org/officeDocument/2006/relationships/notesMaster" Target="/ppt/notesMasters/notesMaster1.xml" Id="Rbca353f87cd142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6a3dd42be643f5" /><Relationship Type="http://schemas.openxmlformats.org/officeDocument/2006/relationships/notesMaster" Target="/ppt/notesMasters/notesMaster1.xml" Id="Ree53ed2029e44c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8b19e9c59b4e22" /><Relationship Type="http://schemas.openxmlformats.org/officeDocument/2006/relationships/notesMaster" Target="/ppt/notesMasters/notesMaster1.xml" Id="R9d939bfe3eed41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9aedb8260e4138" /><Relationship Type="http://schemas.openxmlformats.org/officeDocument/2006/relationships/notesMaster" Target="/ppt/notesMasters/notesMaster1.xml" Id="R9b541e84da8641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各位领导好，今天汇报的是无线算法大赛第一轮最终提交版本 v50。汇报重点不是逐行讲代码，而是说明我们如何从赛题目标和原始数据出发，形成一套面向 PAS、PDP 和 NMSE 三类指标联合优化的 Physical AI 信道生成方案，并最终完成可复现的端到端交付。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赛题任务书(1).pdf, pp. 2-8</a:t>
            </a:r>
          </a:p>
          <a:p xmlns:a="http://schemas.openxmlformats.org/drawingml/2006/main">
            <a:r>
              <a:t>- https://github.com/1667482432-max/v39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先给出结论。v50 的核心不是用一个黑盒网络直接拟合近二十万个复数输出，而是把问题拆解为三层：第一层学习与评分函数直接对齐的 PAS 和 PDP 物理谱；第二层利用位置和点云地图进行空间预测；第三层恢复复相位并做样本级校准。严格五折综合均值为 0.770607，同时形成了完整的端到端推理和验证链路。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  <a:p xmlns:a="http://schemas.openxmlformats.org/drawingml/2006/main">
            <a:r>
              <a:t>- https://github.com/1667482432-max/v39/blob/main/artifacts/v50_final_metrics.json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赛题背后的业务问题，是如何构建一个可以随场景和位置变化而更新的无线数字孪生。统计信道模型对具体场景的刻画不足；射线追踪又高度依赖几何和材质精度，而且计算成本较高。Physical AI 的价值在于把三维环境、实测信道和物理先验结合起来，在保留物理可解释性的同时提升建模效率和场景拟合能力。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赛题任务书(1).pdf, pp. 2-4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赛题要求学习 H=f(M,x)：输入是环境点云地图和位置坐标，输出是完整的 MIMO-OFDM 复信道。评价不是单一误差，而是 PAS、PDP 和 NMSE 三部分，权重分别是 0.4、0.4、0.2。因此模型必须同时保住角度结构、时延结构以及复数幅相，任何只优化其中一个指标的方案都会遇到上限。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赛题任务书(1).pdf, pp. 4-8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在写模型前，我们先核对数据。实际训练位置和信道数组都是 2000 条，而配置文件写的是 2500，因此数据加载逻辑必须以真实数组长度为权威。每个点包含 256×4×192，也就是 196608 个复数，直接端到端回归维度非常高。进一步检查发现 16 个训练点信道完全为零，这些点会污染功率谱、空间邻域和能量校准，因此在全流程中统一作为异常值剔除。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 Round1_Setup.json 与 NumPy 数组的直接统计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这一页把横纵轴统一为相同的 320 米量程，并使用近似正方形绘图区，因此一米在 X 和 Y 方向上的视觉尺度一致，原始采样区域的扇形结构能够正确呈现。浅灰色背景是高度不低于 2 米的地图点云，蓝色是训练点，红色是测试点，黑色星形是基站。训练点和测试点覆盖同一扇形区域，最近训练邻居的中位距离约 2.16 米，98.2% 的测试点在 5 米内存在训练邻居，说明局部空间学习有充分基础。同时，点云清楚显示建筑边界和传播走廊，所以后续不能只按欧氏距离插值，还需要用地图条件修正邻域与权重。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 Round1_Train_Pos.npy、Round1_Test_Pos.npy 的直接统计</a:t>
            </a:r>
          </a:p>
          <a:p xmlns:a="http://schemas.openxmlformats.org/drawingml/2006/main">
            <a:r>
              <a:t>- 本地 Round1_Map.ply 点云抽样（仅用于汇报可视化）</a:t>
            </a:r>
          </a:p>
          <a:p xmlns:a="http://schemas.openxmlformats.org/drawingml/2006/main">
            <a:r>
              <a:t>- C:\Users\asus\Desktop\汇报\_build_v50_report\data_summary.json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这页是从数据分析到算法设计的关键过渡。第一，单点输出维度太高，所以先预测与评分直接对齐的紧凑 PAS/PDP，再恢复复信道。第二，空间覆盖较好，适合局部克里金和图传播。第三，相邻点可能被不同建筑遮挡，因此欧氏距离要叠加点云物理上下文。第四，PAS、PDP 和 NMSE 并不总是同步改善，所以最终采用逐样本门控，让模型决定是否进行 PAS 修正、PDP 修正或联合修正。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本地数据统计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完整链路分为五步。首先清洗数据并按极化、H、V 的真实阵列顺序解析天线；然后从点云和复信道提取地图上下文及 PAS/PDP；第三步进行局部克里金、多专家集成和图传播；第四步恢复复数初值，并在角域和时延域交替投影；最后进行复数标量、UE 残差和样本级动作门控，输出满足官方格式的 H_test。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  <a:p xmlns:a="http://schemas.openxmlformats.org/drawingml/2006/main">
            <a:r>
              <a:t>- https://github.com/1667482432-max/v39/blob/main/predict.py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从模型结构看，v50 是分层的 Physical AI 架构。地图编码层提取局部障碍、高度和基站到终端的走廊特征；谱预测层对 PAS 和 PDP 分组建模；复数重建层处理载波相位、阵列导向和傅里叶幅度投影；输出校准层再做样本级动作选择和复数残差。这样可以让每一层对应明确的物理含义和评价指标，降低多目标训练中的相互干扰。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  <a:p xmlns:a="http://schemas.openxmlformats.org/drawingml/2006/main">
            <a:r>
              <a:t>- https://github.com/1667482432-max/v39/tree/main/physical_ai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点云处理分四步。第一步解析 PLY 头并用内存映射读取约 238 万个包含坐标和法向的顶点，避免一次性复制全部数据。第二步把 XY 平面按 2 米分辨率离散，每 25 万点一块累积。第三步在每个格子中保存最高和平均高度、高度标准差、总点密度、竖直墙面密度、水平面密度以及墙法向的二阶矩。第四步查询测试坐标时，把坐标转换成栅格位置，用双线性插值获得连续特征。这样做不是简单降采样，而是把点云转换成一个可重复查询的传播环境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https://github.com/1667482432-max/v39/blob/main/physical_ai/map_encoder.py</a:t>
            </a:r>
          </a:p>
          <a:p xmlns:a="http://schemas.openxmlformats.org/drawingml/2006/main">
            <a:r>
              <a:t>- https://github.com/1667482432-max/v39/blob/main/physical_ai/advanced_map.py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高级地图编码共 209 维。首先沿基站到终端直线取 64 个采样点，并沿法向平移成 7 条走廊，每条计算最大超高、平均正超高、阻塞比例、中段加权超高、峰值位置和阻塞状态转移率，共 42 维。然后在相同走廊上加入墙密度、墙法向与传播方向的对齐程度以及高度粗糙度，共 28 维。终端周围在 2 到 32 米五个半径上统计环形环境，共 35 维。天际线在三个半径、16 个方向上采样高度和墙密度，并旋转到第零扇区朝向基站，共 96 维。最后加入四个尺度的高度和墙密度平滑，共 8 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https://github.com/1667482432-max/v39/blob/main/physical_ai/advanced_map.py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克里金不是按距离倒数简单加权。对一个测试点，第一步在某个地图条件嵌入中用 cKDTree 找 K 个邻居。第二步把第 K 个邻居的距离乘带宽系数，得到随局部密度变化的带宽。第三步计算邻居两两协方差矩阵和查询点到邻居的协方差向量，核函数可以是指数核或 Matérn 三分之二，并在对角线上加 nugget 保证数值稳定。第四步解增广线性方程，最后一行强制权重和为 1，从而无偏重建常量场。第五步用这些权重对邻居的 2560 维紧凑谱求和。某些专家允许负权重以进行局部趋势外推，另一些专家把负权重裁零后重新归一化。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https://github.com/1667482432-max/v39/blob/main/physical_ai/spatial.py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 15 个专家并不是 15 个大型神经网络，而是经过五折验证筛选出的 15 套克里金配置。它们在六个维度上形成差异：邻居数是 16、24 或 32；带宽尺度从 0.5 到 1.5；nugget 从 0.001 到 0.1；核函数使用指数核或 Matérn 三分之二；邻域距离分别使用局部 patch、完整上下文或摘要嵌入；权重可以限制为正，也可以允许有符号外推。每个专家都输出同一目标点完整的 2560 维紧凑谱，差别是对空间规律的假设不同，因此能够覆盖密集区、边界区、遮挡区和不同谱组。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https://github.com/1667482432-max/v39/blob/main/predict.py</a:t>
            </a:r>
          </a:p>
          <a:p xmlns:a="http://schemas.openxmlformats.org/drawingml/2006/main">
            <a:r>
              <a:t>- https://github.com/1667482432-max/v39/blob/main/physical_ai/spatial.py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专家最后不是平均，而是按样本、按谱组预测权重。第一层来自严格折外统计，给出各专家在每个谱组上的基础权重。第二层使用查询位置和基础地图前七维做小幅条件修正。第三层观察专家本身是否一致：先把 15 个专家的输出单位化，计算 15 乘 15 的 Gram 相似度矩阵，再加入各专家谱范数的相对对数和 12 维谱组嵌入，输入一个 96 到 64 再到 15 的小门控网络。三个修正相加后做 softmax。PAS 按四个 UE 分四组，PDP 按两个极化和四个 UE 分八组，因此某个专家可以擅长 UE0 的角谱，却不必同时支配 UE3 的时延谱。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https://github.com/1667482432-max/v39/blob/main/physical_ai/expert_gate.py</a:t>
            </a:r>
          </a:p>
          <a:p xmlns:a="http://schemas.openxmlformats.org/drawingml/2006/main">
            <a:r>
              <a:t>- https://github.com/1667482432-max/v39/blob/main/predict.py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第三项设计是评分对齐表征。原始单点信道有 196608 个复数，如果直接回归，模型需要同时学习角度、时延、幅度和相位，训练非常困难。v50 先把信道拆成两个可解释分支：在阵列维做空间傅里叶变换并聚合功率，得到 PAS；在子载波维变换到冲激响应并聚合时延能量，得到 PDP。两个分支共享位置邻域和地图条件，但使用各自的专家权重和修正强度。这样既直接对齐 PAS、PDP 两项评分，又为后续复信道重建提供明确的目标谱。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赛题任务书(1).pdf, pp. 6-8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预测出目标 PAS 和 PDP 后，还不能直接得到完整复信道，因为 NMSE 对相位非常敏感。v50 的重建分为五步。先对邻域复信道做局部相位同步，避免复数平均时互相抵消；再加入基站到终端的径向载波相位和阵列导向补偿；随后在角域和时延域交替投影，每次保留当前复相位，只把幅度推向预测的 PAS 或 PDP；最后学习全局复标量、不同 UE 的残差和能量尺度。这个设计将谱形状和复相位分开处理，使 PAS、PDP 的改善不会直接以严重牺牲 NMSE 为代价。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https://github.com/1667482432-max/v39/blob/main/CODE_EXPLANATION.md</a:t>
            </a:r>
          </a:p>
          <a:p xmlns:a="http://schemas.openxmlformats.org/drawingml/2006/main">
            <a:r>
              <a:t>- https://github.com/1667482432-max/v39/tree/main/physical_ai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最后一项也是 v50 后期最重要的设计，是样本级四动作门控。模型不会对所有样本强制执行同一种谱修正，而是在保持初值、只修 PAS、只修 PDP、同时修正 PAS 和 PDP 四个动作之间选择。门控依据包括邻居距离和密度、地图遮挡、两种几何专家的差异、谱残差以及能量置信度。这样可以保护已经预测较好的样本，避免全局修正带来的反向伤害。为保证结果可信，验证折的门控和校准统计严格只从其他折估计；推理代码还逐折核验了动作一致性，最大紧凑特征误差低于 4.8 乘 10 的负七次方。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https://github.com/1667482432-max/v39/blob/main/experiments/search_v50_geometry_ensemble.py</a:t>
            </a:r>
          </a:p>
          <a:p xmlns:a="http://schemas.openxmlformats.org/drawingml/2006/main">
            <a:r>
              <a:t>- https://github.com/1667482432-max/v39/blob/main/artifacts/v50_runtime_gate_verification.json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v40 到 v50，模型主体并没有大幅扩张。最后的提升主要来自几何集成门控：通过两种空间几何形成门控统计，再对样本动作进行集成选择。结果是 PAS 和 PDP 继续小幅提升，NMSE 下降约 0.000281，综合分数提高 0.000284。这个增益看起来数值不大，但在模型进入平台期后，说明逐样本决策仍能稳定挖掘剩余空间。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https://github.com/1667482432-max/v39/blob/main/artifacts/v50_final_metrics.json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 v50 的严格五折均值是：PAS 0.764817，PDP 0.851976，NMSE 0.614336，综合分数 0.770607。这里强调验证口径：五个固定折，每折 200 个样本；校准器严格 leave-one-fold-out，避免验证泄漏；运行时门控也逐折核验，动作完全一致，特征误差低于 4.8×10 的负七次方。以上是仓库记录的五折验证结果，不把未留存的隐藏测试分数混入汇报。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https://github.com/1667482432-max/v39/blob/main/artifacts/v50_final_metrics.json</a:t>
            </a:r>
          </a:p>
          <a:p xmlns:a="http://schemas.openxmlformats.org/drawingml/2006/main">
            <a:r>
              <a:t>- https://github.com/1667482432-max/v39/blob/main/artifacts/v50_runtime_gate_verification.json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最后总结。v50 已完成从原始数据到 H_test 的完整端到端链路，包含模型权重、地图与谱特征、校准器、推理入口和严格校验。方法上的价值是把物理表征、空间学习和多指标优化统一到一个模块化框架中。下一步如果继续推进，可以重点验证跨场景迁移，引入更丰富的材质和遮挡语义，并研究不确定性评估与在线更新机制。整体经验是：先把数据结构和评价指标理解清楚，再按物理结构拆解模型，比单纯扩大黑盒网络更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https://github.com/1667482432-max/v39</a:t>
            </a:r>
          </a:p>
          <a:p xmlns:a="http://schemas.openxmlformats.org/drawingml/2006/main">
            <a:r>
              <a:t>- 赛题任务书(1).pdf, p.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7ed28503b46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0ca295faf94820" /><Relationship Type="http://schemas.openxmlformats.org/officeDocument/2006/relationships/slideLayout" Target="/ppt/slideLayouts/slideLayout1.xml" Id="Rb705c49878984f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05c49878984f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3c512c6524ab5" /><Relationship Type="http://schemas.openxmlformats.org/officeDocument/2006/relationships/notesSlide" Target="/ppt/notesSlides/notesSlide1.xml" Id="Rab0dbd9ab38f4f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c28d665a54092" /><Relationship Type="http://schemas.openxmlformats.org/officeDocument/2006/relationships/notesSlide" Target="/ppt/notesSlides/notesSlide2.xml" Id="R1f0afde4ff134f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c7924eec24eff" /><Relationship Type="http://schemas.openxmlformats.org/officeDocument/2006/relationships/notesSlide" Target="/ppt/notesSlides/notesSlide3.xml" Id="Rf0af77393e9e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f862149864929" /><Relationship Type="http://schemas.openxmlformats.org/officeDocument/2006/relationships/notesSlide" Target="/ppt/notesSlides/notesSlide4.xml" Id="R5792793d5b4a4e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de7accafe464b" /><Relationship Type="http://schemas.openxmlformats.org/officeDocument/2006/relationships/notesSlide" Target="/ppt/notesSlides/notesSlide5.xml" Id="R4775fd29f881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19aa9cba843b5" /><Relationship Type="http://schemas.openxmlformats.org/officeDocument/2006/relationships/chart" Target="/ppt/slides/charts/chart1.xml" Id="R38f4d576057447cd" /><Relationship Type="http://schemas.openxmlformats.org/officeDocument/2006/relationships/notesSlide" Target="/ppt/notesSlides/notesSlide6.xml" Id="Racecf8f43262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fbcfab344175" /><Relationship Type="http://schemas.openxmlformats.org/officeDocument/2006/relationships/notesSlide" Target="/ppt/notesSlides/notesSlide7.xml" Id="Rc010fc5b1e8d45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8b3fd66504eb0" /><Relationship Type="http://schemas.openxmlformats.org/officeDocument/2006/relationships/notesSlide" Target="/ppt/notesSlides/notesSlide8.xml" Id="R42aa1814b88c48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8f6da96e84590" /><Relationship Type="http://schemas.openxmlformats.org/officeDocument/2006/relationships/notesSlide" Target="/ppt/notesSlides/notesSlide9.xml" Id="R77b5cc33366a47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b1ac76c4d4971" /><Relationship Type="http://schemas.openxmlformats.org/officeDocument/2006/relationships/notesSlide" Target="/ppt/notesSlides/notesSlide10.xml" Id="R0484f863074e48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d79eea0a64fea" /><Relationship Type="http://schemas.openxmlformats.org/officeDocument/2006/relationships/notesSlide" Target="/ppt/notesSlides/notesSlide11.xml" Id="Recb186c1fe214a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cfbd4a8a84c73" /><Relationship Type="http://schemas.openxmlformats.org/officeDocument/2006/relationships/notesSlide" Target="/ppt/notesSlides/notesSlide12.xml" Id="Ra84589c586844d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838ba56740f0" /><Relationship Type="http://schemas.openxmlformats.org/officeDocument/2006/relationships/notesSlide" Target="/ppt/notesSlides/notesSlide13.xml" Id="Rd266391af5fa4c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98691b9394024" /><Relationship Type="http://schemas.openxmlformats.org/officeDocument/2006/relationships/notesSlide" Target="/ppt/notesSlides/notesSlide14.xml" Id="R82dbb117c1fc4a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43a16b1714552" /><Relationship Type="http://schemas.openxmlformats.org/officeDocument/2006/relationships/notesSlide" Target="/ppt/notesSlides/notesSlide15.xml" Id="Ra58db797f22a42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da2ba619e4c9b" /><Relationship Type="http://schemas.openxmlformats.org/officeDocument/2006/relationships/notesSlide" Target="/ppt/notesSlides/notesSlide16.xml" Id="R716184af16f94c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09d0b3624709" /><Relationship Type="http://schemas.openxmlformats.org/officeDocument/2006/relationships/notesSlide" Target="/ppt/notesSlides/notesSlide17.xml" Id="R8f829088dc4e43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47235ef034c4d" /><Relationship Type="http://schemas.openxmlformats.org/officeDocument/2006/relationships/chart" Target="/ppt/slides/charts/chart2.xml" Id="R1aa4dc46d0e547ba" /><Relationship Type="http://schemas.openxmlformats.org/officeDocument/2006/relationships/notesSlide" Target="/ppt/notesSlides/notesSlide18.xml" Id="R799b946bf22047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b65998b3544db" /><Relationship Type="http://schemas.openxmlformats.org/officeDocument/2006/relationships/notesSlide" Target="/ppt/notesSlides/notesSlide19.xml" Id="Re10828fd659b4f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fa7f749d4e91" /><Relationship Type="http://schemas.openxmlformats.org/officeDocument/2006/relationships/notesSlide" Target="/ppt/notesSlides/notesSlide20.xml" Id="R72965787e53c46ab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地图点云（z≥2 m）</c:v>
          </c:tx>
          <c:spPr>
            <a:solidFill xmlns:a="http://schemas.openxmlformats.org/drawingml/2006/main">
              <a:srgbClr val="C8CED6"/>
            </a:solidFill>
            <a:ln xmlns:a="http://schemas.openxmlformats.org/drawingml/2006/main" w="0">
              <a:solidFill>
                <a:srgbClr val="C8CED6"/>
              </a:solidFill>
              <a:prstDash val="solid"/>
            </a:ln>
          </c:spPr>
          <c:marker>
            <c:symbol val="circle"/>
            <c:size val="2"/>
            <c:spPr>
              <a:solidFill xmlns:a="http://schemas.openxmlformats.org/drawingml/2006/main">
                <a:srgbClr val="C8CED6"/>
              </a:solidFill>
            </c:spPr>
          </c:marker>
          <c:xVal>
            <c:numLit>
              <c:formatCode>General</c:formatCode>
              <c:ptCount val="5500"/>
              <c:pt idx="0">
                <c:v>180.794</c:v>
              </c:pt>
              <c:pt idx="1">
                <c:v>203.088</c:v>
              </c:pt>
              <c:pt idx="2">
                <c:v>114.2</c:v>
              </c:pt>
              <c:pt idx="3">
                <c:v>89.136</c:v>
              </c:pt>
              <c:pt idx="4">
                <c:v>177.273</c:v>
              </c:pt>
              <c:pt idx="5">
                <c:v>134.546</c:v>
              </c:pt>
              <c:pt idx="6">
                <c:v>174.582</c:v>
              </c:pt>
              <c:pt idx="7">
                <c:v>261.867</c:v>
              </c:pt>
              <c:pt idx="8">
                <c:v>210.896</c:v>
              </c:pt>
              <c:pt idx="9">
                <c:v>159.608</c:v>
              </c:pt>
              <c:pt idx="10">
                <c:v>222.071</c:v>
              </c:pt>
              <c:pt idx="11">
                <c:v>253.556</c:v>
              </c:pt>
              <c:pt idx="12">
                <c:v>68.401</c:v>
              </c:pt>
              <c:pt idx="13">
                <c:v>211.262</c:v>
              </c:pt>
              <c:pt idx="14">
                <c:v>151.819</c:v>
              </c:pt>
              <c:pt idx="15">
                <c:v>244.209</c:v>
              </c:pt>
              <c:pt idx="16">
                <c:v>185.984</c:v>
              </c:pt>
              <c:pt idx="17">
                <c:v>185.935</c:v>
              </c:pt>
              <c:pt idx="18">
                <c:v>140.549</c:v>
              </c:pt>
              <c:pt idx="19">
                <c:v>256.954</c:v>
              </c:pt>
              <c:pt idx="20">
                <c:v>137.42</c:v>
              </c:pt>
              <c:pt idx="21">
                <c:v>189.949</c:v>
              </c:pt>
              <c:pt idx="22">
                <c:v>79.013</c:v>
              </c:pt>
              <c:pt idx="23">
                <c:v>144.149</c:v>
              </c:pt>
              <c:pt idx="24">
                <c:v>107.158</c:v>
              </c:pt>
              <c:pt idx="25">
                <c:v>158.525</c:v>
              </c:pt>
              <c:pt idx="26">
                <c:v>59.858</c:v>
              </c:pt>
              <c:pt idx="27">
                <c:v>223.249</c:v>
              </c:pt>
              <c:pt idx="28">
                <c:v>63.556</c:v>
              </c:pt>
              <c:pt idx="29">
                <c:v>102.153</c:v>
              </c:pt>
              <c:pt idx="30">
                <c:v>116.073</c:v>
              </c:pt>
              <c:pt idx="31">
                <c:v>134.662</c:v>
              </c:pt>
              <c:pt idx="32">
                <c:v>87.674</c:v>
              </c:pt>
              <c:pt idx="33">
                <c:v>75.85</c:v>
              </c:pt>
              <c:pt idx="34">
                <c:v>38.007</c:v>
              </c:pt>
              <c:pt idx="35">
                <c:v>247.559</c:v>
              </c:pt>
              <c:pt idx="36">
                <c:v>164.041</c:v>
              </c:pt>
              <c:pt idx="37">
                <c:v>119.09</c:v>
              </c:pt>
              <c:pt idx="38">
                <c:v>103.646</c:v>
              </c:pt>
              <c:pt idx="39">
                <c:v>180.73</c:v>
              </c:pt>
              <c:pt idx="40">
                <c:v>125.676</c:v>
              </c:pt>
              <c:pt idx="41">
                <c:v>185.215</c:v>
              </c:pt>
              <c:pt idx="42">
                <c:v>43.042</c:v>
              </c:pt>
              <c:pt idx="43">
                <c:v>97.668</c:v>
              </c:pt>
              <c:pt idx="44">
                <c:v>59.061</c:v>
              </c:pt>
              <c:pt idx="45">
                <c:v>97.622</c:v>
              </c:pt>
              <c:pt idx="46">
                <c:v>64.587</c:v>
              </c:pt>
              <c:pt idx="47">
                <c:v>146.022</c:v>
              </c:pt>
              <c:pt idx="48">
                <c:v>142.775</c:v>
              </c:pt>
              <c:pt idx="49">
                <c:v>263.07</c:v>
              </c:pt>
              <c:pt idx="50">
                <c:v>74.279</c:v>
              </c:pt>
              <c:pt idx="51">
                <c:v>105.324</c:v>
              </c:pt>
              <c:pt idx="52">
                <c:v>258.292</c:v>
              </c:pt>
              <c:pt idx="53">
                <c:v>46.65</c:v>
              </c:pt>
              <c:pt idx="54">
                <c:v>41.045</c:v>
              </c:pt>
              <c:pt idx="55">
                <c:v>131.171</c:v>
              </c:pt>
              <c:pt idx="56">
                <c:v>69.291</c:v>
              </c:pt>
              <c:pt idx="57">
                <c:v>191.888</c:v>
              </c:pt>
              <c:pt idx="58">
                <c:v>232.982</c:v>
              </c:pt>
              <c:pt idx="59">
                <c:v>257.415</c:v>
              </c:pt>
              <c:pt idx="60">
                <c:v>88.388</c:v>
              </c:pt>
              <c:pt idx="61">
                <c:v>78.418</c:v>
              </c:pt>
              <c:pt idx="62">
                <c:v>150.311</c:v>
              </c:pt>
              <c:pt idx="63">
                <c:v>83.969</c:v>
              </c:pt>
              <c:pt idx="64">
                <c:v>115.712</c:v>
              </c:pt>
              <c:pt idx="65">
                <c:v>131.248</c:v>
              </c:pt>
              <c:pt idx="66">
                <c:v>264.053</c:v>
              </c:pt>
              <c:pt idx="67">
                <c:v>241.598</c:v>
              </c:pt>
              <c:pt idx="68">
                <c:v>149.488</c:v>
              </c:pt>
              <c:pt idx="69">
                <c:v>104.579</c:v>
              </c:pt>
              <c:pt idx="70">
                <c:v>244.686</c:v>
              </c:pt>
              <c:pt idx="71">
                <c:v>195.377</c:v>
              </c:pt>
              <c:pt idx="72">
                <c:v>222.817</c:v>
              </c:pt>
              <c:pt idx="73">
                <c:v>111.651</c:v>
              </c:pt>
              <c:pt idx="74">
                <c:v>209.705</c:v>
              </c:pt>
              <c:pt idx="75">
                <c:v>196.851</c:v>
              </c:pt>
              <c:pt idx="76">
                <c:v>35.756</c:v>
              </c:pt>
              <c:pt idx="77">
                <c:v>150.884</c:v>
              </c:pt>
              <c:pt idx="78">
                <c:v>199.907</c:v>
              </c:pt>
              <c:pt idx="79">
                <c:v>66.496</c:v>
              </c:pt>
              <c:pt idx="80">
                <c:v>120.123</c:v>
              </c:pt>
              <c:pt idx="81">
                <c:v>188.614</c:v>
              </c:pt>
              <c:pt idx="82">
                <c:v>243.07</c:v>
              </c:pt>
              <c:pt idx="83">
                <c:v>243.909</c:v>
              </c:pt>
              <c:pt idx="84">
                <c:v>189.726</c:v>
              </c:pt>
              <c:pt idx="85">
                <c:v>35.093</c:v>
              </c:pt>
              <c:pt idx="86">
                <c:v>76.801</c:v>
              </c:pt>
              <c:pt idx="87">
                <c:v>146.239</c:v>
              </c:pt>
              <c:pt idx="88">
                <c:v>145.921</c:v>
              </c:pt>
              <c:pt idx="89">
                <c:v>185.453</c:v>
              </c:pt>
              <c:pt idx="90">
                <c:v>110.264</c:v>
              </c:pt>
              <c:pt idx="91">
                <c:v>167.818</c:v>
              </c:pt>
              <c:pt idx="92">
                <c:v>73.181</c:v>
              </c:pt>
              <c:pt idx="93">
                <c:v>189.605</c:v>
              </c:pt>
              <c:pt idx="94">
                <c:v>204.669</c:v>
              </c:pt>
              <c:pt idx="95">
                <c:v>57.497</c:v>
              </c:pt>
              <c:pt idx="96">
                <c:v>190.174</c:v>
              </c:pt>
              <c:pt idx="97">
                <c:v>150.731</c:v>
              </c:pt>
              <c:pt idx="98">
                <c:v>227.779</c:v>
              </c:pt>
              <c:pt idx="99">
                <c:v>165.38</c:v>
              </c:pt>
              <c:pt idx="100">
                <c:v>38.648</c:v>
              </c:pt>
              <c:pt idx="101">
                <c:v>93.009</c:v>
              </c:pt>
              <c:pt idx="102">
                <c:v>106.74</c:v>
              </c:pt>
              <c:pt idx="103">
                <c:v>208.285</c:v>
              </c:pt>
              <c:pt idx="104">
                <c:v>47.557</c:v>
              </c:pt>
              <c:pt idx="105">
                <c:v>151.821</c:v>
              </c:pt>
              <c:pt idx="106">
                <c:v>190.248</c:v>
              </c:pt>
              <c:pt idx="107">
                <c:v>201.486</c:v>
              </c:pt>
              <c:pt idx="108">
                <c:v>229.433</c:v>
              </c:pt>
              <c:pt idx="109">
                <c:v>146.76</c:v>
              </c:pt>
              <c:pt idx="110">
                <c:v>169.743</c:v>
              </c:pt>
              <c:pt idx="111">
                <c:v>181.592</c:v>
              </c:pt>
              <c:pt idx="112">
                <c:v>188.706</c:v>
              </c:pt>
              <c:pt idx="113">
                <c:v>35.261</c:v>
              </c:pt>
              <c:pt idx="114">
                <c:v>182.21</c:v>
              </c:pt>
              <c:pt idx="115">
                <c:v>225.711</c:v>
              </c:pt>
              <c:pt idx="116">
                <c:v>76.885</c:v>
              </c:pt>
              <c:pt idx="117">
                <c:v>154.877</c:v>
              </c:pt>
              <c:pt idx="118">
                <c:v>187.781</c:v>
              </c:pt>
              <c:pt idx="119">
                <c:v>162.453</c:v>
              </c:pt>
              <c:pt idx="120">
                <c:v>81.803</c:v>
              </c:pt>
              <c:pt idx="121">
                <c:v>143.659</c:v>
              </c:pt>
              <c:pt idx="122">
                <c:v>190.255</c:v>
              </c:pt>
              <c:pt idx="123">
                <c:v>50.531</c:v>
              </c:pt>
              <c:pt idx="124">
                <c:v>224.309</c:v>
              </c:pt>
              <c:pt idx="125">
                <c:v>263.847</c:v>
              </c:pt>
              <c:pt idx="126">
                <c:v>169.365</c:v>
              </c:pt>
              <c:pt idx="127">
                <c:v>215.75</c:v>
              </c:pt>
              <c:pt idx="128">
                <c:v>206.002</c:v>
              </c:pt>
              <c:pt idx="129">
                <c:v>240.809</c:v>
              </c:pt>
              <c:pt idx="130">
                <c:v>164.059</c:v>
              </c:pt>
              <c:pt idx="131">
                <c:v>39.109</c:v>
              </c:pt>
              <c:pt idx="132">
                <c:v>188.528</c:v>
              </c:pt>
              <c:pt idx="133">
                <c:v>72.511</c:v>
              </c:pt>
              <c:pt idx="134">
                <c:v>112.987</c:v>
              </c:pt>
              <c:pt idx="135">
                <c:v>140.314</c:v>
              </c:pt>
              <c:pt idx="136">
                <c:v>83.596</c:v>
              </c:pt>
              <c:pt idx="137">
                <c:v>92.305</c:v>
              </c:pt>
              <c:pt idx="138">
                <c:v>63.432</c:v>
              </c:pt>
              <c:pt idx="139">
                <c:v>86.016</c:v>
              </c:pt>
              <c:pt idx="140">
                <c:v>203.218</c:v>
              </c:pt>
              <c:pt idx="141">
                <c:v>106.359</c:v>
              </c:pt>
              <c:pt idx="142">
                <c:v>232.273</c:v>
              </c:pt>
              <c:pt idx="143">
                <c:v>242.18</c:v>
              </c:pt>
              <c:pt idx="144">
                <c:v>211.11</c:v>
              </c:pt>
              <c:pt idx="145">
                <c:v>195.627</c:v>
              </c:pt>
              <c:pt idx="146">
                <c:v>39.277</c:v>
              </c:pt>
              <c:pt idx="147">
                <c:v>200.319</c:v>
              </c:pt>
              <c:pt idx="148">
                <c:v>46.119</c:v>
              </c:pt>
              <c:pt idx="149">
                <c:v>43.901</c:v>
              </c:pt>
              <c:pt idx="150">
                <c:v>114.258</c:v>
              </c:pt>
              <c:pt idx="151">
                <c:v>167.696</c:v>
              </c:pt>
              <c:pt idx="152">
                <c:v>89.259</c:v>
              </c:pt>
              <c:pt idx="153">
                <c:v>256.135</c:v>
              </c:pt>
              <c:pt idx="154">
                <c:v>49.436</c:v>
              </c:pt>
              <c:pt idx="155">
                <c:v>39.663</c:v>
              </c:pt>
              <c:pt idx="156">
                <c:v>163.46</c:v>
              </c:pt>
              <c:pt idx="157">
                <c:v>40.236</c:v>
              </c:pt>
              <c:pt idx="158">
                <c:v>187.987</c:v>
              </c:pt>
              <c:pt idx="159">
                <c:v>171.656</c:v>
              </c:pt>
              <c:pt idx="160">
                <c:v>114.591</c:v>
              </c:pt>
              <c:pt idx="161">
                <c:v>49.464</c:v>
              </c:pt>
              <c:pt idx="162">
                <c:v>196.205</c:v>
              </c:pt>
              <c:pt idx="163">
                <c:v>150.048</c:v>
              </c:pt>
              <c:pt idx="164">
                <c:v>179.911</c:v>
              </c:pt>
              <c:pt idx="165">
                <c:v>100.178</c:v>
              </c:pt>
              <c:pt idx="166">
                <c:v>54.749</c:v>
              </c:pt>
              <c:pt idx="167">
                <c:v>43.442</c:v>
              </c:pt>
              <c:pt idx="168">
                <c:v>209.678</c:v>
              </c:pt>
              <c:pt idx="169">
                <c:v>127.792</c:v>
              </c:pt>
              <c:pt idx="170">
                <c:v>72.601</c:v>
              </c:pt>
              <c:pt idx="171">
                <c:v>202.228</c:v>
              </c:pt>
              <c:pt idx="172">
                <c:v>193.536</c:v>
              </c:pt>
              <c:pt idx="173">
                <c:v>100.883</c:v>
              </c:pt>
              <c:pt idx="174">
                <c:v>65.945</c:v>
              </c:pt>
              <c:pt idx="175">
                <c:v>148.3</c:v>
              </c:pt>
              <c:pt idx="176">
                <c:v>174.834</c:v>
              </c:pt>
              <c:pt idx="177">
                <c:v>217.427</c:v>
              </c:pt>
              <c:pt idx="178">
                <c:v>196.373</c:v>
              </c:pt>
              <c:pt idx="179">
                <c:v>60.604</c:v>
              </c:pt>
              <c:pt idx="180">
                <c:v>150.919</c:v>
              </c:pt>
              <c:pt idx="181">
                <c:v>173.11</c:v>
              </c:pt>
              <c:pt idx="182">
                <c:v>248.236</c:v>
              </c:pt>
              <c:pt idx="183">
                <c:v>174.363</c:v>
              </c:pt>
              <c:pt idx="184">
                <c:v>251.226</c:v>
              </c:pt>
              <c:pt idx="185">
                <c:v>158.867</c:v>
              </c:pt>
              <c:pt idx="186">
                <c:v>152.127</c:v>
              </c:pt>
              <c:pt idx="187">
                <c:v>205.129</c:v>
              </c:pt>
              <c:pt idx="188">
                <c:v>55.543</c:v>
              </c:pt>
              <c:pt idx="189">
                <c:v>59.782</c:v>
              </c:pt>
              <c:pt idx="190">
                <c:v>255.957</c:v>
              </c:pt>
              <c:pt idx="191">
                <c:v>42.273</c:v>
              </c:pt>
              <c:pt idx="192">
                <c:v>36.508</c:v>
              </c:pt>
              <c:pt idx="193">
                <c:v>264.191</c:v>
              </c:pt>
              <c:pt idx="194">
                <c:v>142.613</c:v>
              </c:pt>
              <c:pt idx="195">
                <c:v>110.456</c:v>
              </c:pt>
              <c:pt idx="196">
                <c:v>86.478</c:v>
              </c:pt>
              <c:pt idx="197">
                <c:v>90.703</c:v>
              </c:pt>
              <c:pt idx="198">
                <c:v>210.388</c:v>
              </c:pt>
              <c:pt idx="199">
                <c:v>196.182</c:v>
              </c:pt>
              <c:pt idx="200">
                <c:v>162.787</c:v>
              </c:pt>
              <c:pt idx="201">
                <c:v>226.496</c:v>
              </c:pt>
              <c:pt idx="202">
                <c:v>140.489</c:v>
              </c:pt>
              <c:pt idx="203">
                <c:v>148.854</c:v>
              </c:pt>
              <c:pt idx="204">
                <c:v>142.491</c:v>
              </c:pt>
              <c:pt idx="205">
                <c:v>65.337</c:v>
              </c:pt>
              <c:pt idx="206">
                <c:v>196.844</c:v>
              </c:pt>
              <c:pt idx="207">
                <c:v>143.838</c:v>
              </c:pt>
              <c:pt idx="208">
                <c:v>64.836</c:v>
              </c:pt>
              <c:pt idx="209">
                <c:v>136.492</c:v>
              </c:pt>
              <c:pt idx="210">
                <c:v>68.959</c:v>
              </c:pt>
              <c:pt idx="211">
                <c:v>195.177</c:v>
              </c:pt>
              <c:pt idx="212">
                <c:v>219.571</c:v>
              </c:pt>
              <c:pt idx="213">
                <c:v>236.752</c:v>
              </c:pt>
              <c:pt idx="214">
                <c:v>217.289</c:v>
              </c:pt>
              <c:pt idx="215">
                <c:v>160.708</c:v>
              </c:pt>
              <c:pt idx="216">
                <c:v>113.834</c:v>
              </c:pt>
              <c:pt idx="217">
                <c:v>210.634</c:v>
              </c:pt>
              <c:pt idx="218">
                <c:v>46.015</c:v>
              </c:pt>
              <c:pt idx="219">
                <c:v>213.467</c:v>
              </c:pt>
              <c:pt idx="220">
                <c:v>142.692</c:v>
              </c:pt>
              <c:pt idx="221">
                <c:v>80.323</c:v>
              </c:pt>
              <c:pt idx="222">
                <c:v>133.94</c:v>
              </c:pt>
              <c:pt idx="223">
                <c:v>130.919</c:v>
              </c:pt>
              <c:pt idx="224">
                <c:v>248.565</c:v>
              </c:pt>
              <c:pt idx="225">
                <c:v>230.793</c:v>
              </c:pt>
              <c:pt idx="226">
                <c:v>205.612</c:v>
              </c:pt>
              <c:pt idx="227">
                <c:v>68.475</c:v>
              </c:pt>
              <c:pt idx="228">
                <c:v>115.77</c:v>
              </c:pt>
              <c:pt idx="229">
                <c:v>235.637</c:v>
              </c:pt>
              <c:pt idx="230">
                <c:v>61.583</c:v>
              </c:pt>
              <c:pt idx="231">
                <c:v>171.427</c:v>
              </c:pt>
              <c:pt idx="232">
                <c:v>69.679</c:v>
              </c:pt>
              <c:pt idx="233">
                <c:v>243.997</c:v>
              </c:pt>
              <c:pt idx="234">
                <c:v>99.718</c:v>
              </c:pt>
              <c:pt idx="235">
                <c:v>41.975</c:v>
              </c:pt>
              <c:pt idx="236">
                <c:v>264.839</c:v>
              </c:pt>
              <c:pt idx="237">
                <c:v>94.007</c:v>
              </c:pt>
              <c:pt idx="238">
                <c:v>235.55</c:v>
              </c:pt>
              <c:pt idx="239">
                <c:v>57.82</c:v>
              </c:pt>
              <c:pt idx="240">
                <c:v>258.025</c:v>
              </c:pt>
              <c:pt idx="241">
                <c:v>90.724</c:v>
              </c:pt>
              <c:pt idx="242">
                <c:v>209.926</c:v>
              </c:pt>
              <c:pt idx="243">
                <c:v>244.634</c:v>
              </c:pt>
              <c:pt idx="244">
                <c:v>238.93</c:v>
              </c:pt>
              <c:pt idx="245">
                <c:v>58.209</c:v>
              </c:pt>
              <c:pt idx="246">
                <c:v>76.242</c:v>
              </c:pt>
              <c:pt idx="247">
                <c:v>254.831</c:v>
              </c:pt>
              <c:pt idx="248">
                <c:v>172.104</c:v>
              </c:pt>
              <c:pt idx="249">
                <c:v>198.074</c:v>
              </c:pt>
              <c:pt idx="250">
                <c:v>155.583</c:v>
              </c:pt>
              <c:pt idx="251">
                <c:v>245.768</c:v>
              </c:pt>
              <c:pt idx="252">
                <c:v>122.821</c:v>
              </c:pt>
              <c:pt idx="253">
                <c:v>88.083</c:v>
              </c:pt>
              <c:pt idx="254">
                <c:v>152.819</c:v>
              </c:pt>
              <c:pt idx="255">
                <c:v>215.702</c:v>
              </c:pt>
              <c:pt idx="256">
                <c:v>199.451</c:v>
              </c:pt>
              <c:pt idx="257">
                <c:v>181.745</c:v>
              </c:pt>
              <c:pt idx="258">
                <c:v>52.337</c:v>
              </c:pt>
              <c:pt idx="259">
                <c:v>96.705</c:v>
              </c:pt>
              <c:pt idx="260">
                <c:v>255.197</c:v>
              </c:pt>
              <c:pt idx="261">
                <c:v>160.41</c:v>
              </c:pt>
              <c:pt idx="262">
                <c:v>251.713</c:v>
              </c:pt>
              <c:pt idx="263">
                <c:v>194.862</c:v>
              </c:pt>
              <c:pt idx="264">
                <c:v>185.889</c:v>
              </c:pt>
              <c:pt idx="265">
                <c:v>43.541</c:v>
              </c:pt>
              <c:pt idx="266">
                <c:v>245.883</c:v>
              </c:pt>
              <c:pt idx="267">
                <c:v>176.861</c:v>
              </c:pt>
              <c:pt idx="268">
                <c:v>149.414</c:v>
              </c:pt>
              <c:pt idx="269">
                <c:v>244.488</c:v>
              </c:pt>
              <c:pt idx="270">
                <c:v>182.132</c:v>
              </c:pt>
              <c:pt idx="271">
                <c:v>262.082</c:v>
              </c:pt>
              <c:pt idx="272">
                <c:v>211.848</c:v>
              </c:pt>
              <c:pt idx="273">
                <c:v>43.929</c:v>
              </c:pt>
              <c:pt idx="274">
                <c:v>223.598</c:v>
              </c:pt>
              <c:pt idx="275">
                <c:v>150.854</c:v>
              </c:pt>
              <c:pt idx="276">
                <c:v>112.944</c:v>
              </c:pt>
              <c:pt idx="277">
                <c:v>44.268</c:v>
              </c:pt>
              <c:pt idx="278">
                <c:v>206.626</c:v>
              </c:pt>
              <c:pt idx="279">
                <c:v>168.54</c:v>
              </c:pt>
              <c:pt idx="280">
                <c:v>241.126</c:v>
              </c:pt>
              <c:pt idx="281">
                <c:v>198.96</c:v>
              </c:pt>
              <c:pt idx="282">
                <c:v>160.029</c:v>
              </c:pt>
              <c:pt idx="283">
                <c:v>180.053</c:v>
              </c:pt>
              <c:pt idx="284">
                <c:v>82.652</c:v>
              </c:pt>
              <c:pt idx="285">
                <c:v>201.263</c:v>
              </c:pt>
              <c:pt idx="286">
                <c:v>37.459</c:v>
              </c:pt>
              <c:pt idx="287">
                <c:v>59.172</c:v>
              </c:pt>
              <c:pt idx="288">
                <c:v>134.573</c:v>
              </c:pt>
              <c:pt idx="289">
                <c:v>62.262</c:v>
              </c:pt>
              <c:pt idx="290">
                <c:v>237.237</c:v>
              </c:pt>
              <c:pt idx="291">
                <c:v>84.292</c:v>
              </c:pt>
              <c:pt idx="292">
                <c:v>234.156</c:v>
              </c:pt>
              <c:pt idx="293">
                <c:v>212.483</c:v>
              </c:pt>
              <c:pt idx="294">
                <c:v>58.51</c:v>
              </c:pt>
              <c:pt idx="295">
                <c:v>251.604</c:v>
              </c:pt>
              <c:pt idx="296">
                <c:v>83.539</c:v>
              </c:pt>
              <c:pt idx="297">
                <c:v>219.947</c:v>
              </c:pt>
              <c:pt idx="298">
                <c:v>64.281</c:v>
              </c:pt>
              <c:pt idx="299">
                <c:v>165.201</c:v>
              </c:pt>
              <c:pt idx="300">
                <c:v>159.073</c:v>
              </c:pt>
              <c:pt idx="301">
                <c:v>191.898</c:v>
              </c:pt>
              <c:pt idx="302">
                <c:v>141.872</c:v>
              </c:pt>
              <c:pt idx="303">
                <c:v>252.05</c:v>
              </c:pt>
              <c:pt idx="304">
                <c:v>55.378</c:v>
              </c:pt>
              <c:pt idx="305">
                <c:v>161.497</c:v>
              </c:pt>
              <c:pt idx="306">
                <c:v>113.171</c:v>
              </c:pt>
              <c:pt idx="307">
                <c:v>263.747</c:v>
              </c:pt>
              <c:pt idx="308">
                <c:v>262.823</c:v>
              </c:pt>
              <c:pt idx="309">
                <c:v>253.313</c:v>
              </c:pt>
              <c:pt idx="310">
                <c:v>124.792</c:v>
              </c:pt>
              <c:pt idx="311">
                <c:v>147.549</c:v>
              </c:pt>
              <c:pt idx="312">
                <c:v>143.647</c:v>
              </c:pt>
              <c:pt idx="313">
                <c:v>69.484</c:v>
              </c:pt>
              <c:pt idx="314">
                <c:v>125.987</c:v>
              </c:pt>
              <c:pt idx="315">
                <c:v>117.707</c:v>
              </c:pt>
              <c:pt idx="316">
                <c:v>219.068</c:v>
              </c:pt>
              <c:pt idx="317">
                <c:v>172.401</c:v>
              </c:pt>
              <c:pt idx="318">
                <c:v>247.057</c:v>
              </c:pt>
              <c:pt idx="319">
                <c:v>157.429</c:v>
              </c:pt>
              <c:pt idx="320">
                <c:v>174.192</c:v>
              </c:pt>
              <c:pt idx="321">
                <c:v>226.869</c:v>
              </c:pt>
              <c:pt idx="322">
                <c:v>87.931</c:v>
              </c:pt>
              <c:pt idx="323">
                <c:v>56.188</c:v>
              </c:pt>
              <c:pt idx="324">
                <c:v>205.458</c:v>
              </c:pt>
              <c:pt idx="325">
                <c:v>138.756</c:v>
              </c:pt>
              <c:pt idx="326">
                <c:v>73.976</c:v>
              </c:pt>
              <c:pt idx="327">
                <c:v>175.157</c:v>
              </c:pt>
              <c:pt idx="328">
                <c:v>176.997</c:v>
              </c:pt>
              <c:pt idx="329">
                <c:v>164.444</c:v>
              </c:pt>
              <c:pt idx="330">
                <c:v>45.09</c:v>
              </c:pt>
              <c:pt idx="331">
                <c:v>72.915</c:v>
              </c:pt>
              <c:pt idx="332">
                <c:v>195.984</c:v>
              </c:pt>
              <c:pt idx="333">
                <c:v>72.83</c:v>
              </c:pt>
              <c:pt idx="334">
                <c:v>108.219</c:v>
              </c:pt>
              <c:pt idx="335">
                <c:v>231.344</c:v>
              </c:pt>
              <c:pt idx="336">
                <c:v>214.126</c:v>
              </c:pt>
              <c:pt idx="337">
                <c:v>66.854</c:v>
              </c:pt>
              <c:pt idx="338">
                <c:v>204.075</c:v>
              </c:pt>
              <c:pt idx="339">
                <c:v>209.4</c:v>
              </c:pt>
              <c:pt idx="340">
                <c:v>86.855</c:v>
              </c:pt>
              <c:pt idx="341">
                <c:v>127.398</c:v>
              </c:pt>
              <c:pt idx="342">
                <c:v>251.66</c:v>
              </c:pt>
              <c:pt idx="343">
                <c:v>231.094</c:v>
              </c:pt>
              <c:pt idx="344">
                <c:v>117.149</c:v>
              </c:pt>
              <c:pt idx="345">
                <c:v>161.876</c:v>
              </c:pt>
              <c:pt idx="346">
                <c:v>171.517</c:v>
              </c:pt>
              <c:pt idx="347">
                <c:v>84.107</c:v>
              </c:pt>
              <c:pt idx="348">
                <c:v>69.057</c:v>
              </c:pt>
              <c:pt idx="349">
                <c:v>253.979</c:v>
              </c:pt>
              <c:pt idx="350">
                <c:v>171.433</c:v>
              </c:pt>
              <c:pt idx="351">
                <c:v>230.334</c:v>
              </c:pt>
              <c:pt idx="352">
                <c:v>102.014</c:v>
              </c:pt>
              <c:pt idx="353">
                <c:v>197.945</c:v>
              </c:pt>
              <c:pt idx="354">
                <c:v>153.536</c:v>
              </c:pt>
              <c:pt idx="355">
                <c:v>62.879</c:v>
              </c:pt>
              <c:pt idx="356">
                <c:v>134.643</c:v>
              </c:pt>
              <c:pt idx="357">
                <c:v>111.049</c:v>
              </c:pt>
              <c:pt idx="358">
                <c:v>256.379</c:v>
              </c:pt>
              <c:pt idx="359">
                <c:v>201.724</c:v>
              </c:pt>
              <c:pt idx="360">
                <c:v>210.244</c:v>
              </c:pt>
              <c:pt idx="361">
                <c:v>137.669</c:v>
              </c:pt>
              <c:pt idx="362">
                <c:v>211.838</c:v>
              </c:pt>
              <c:pt idx="363">
                <c:v>54.341</c:v>
              </c:pt>
              <c:pt idx="364">
                <c:v>79.451</c:v>
              </c:pt>
              <c:pt idx="365">
                <c:v>82.332</c:v>
              </c:pt>
              <c:pt idx="366">
                <c:v>234.11</c:v>
              </c:pt>
              <c:pt idx="367">
                <c:v>94.673</c:v>
              </c:pt>
              <c:pt idx="368">
                <c:v>72.512</c:v>
              </c:pt>
              <c:pt idx="369">
                <c:v>53.981</c:v>
              </c:pt>
              <c:pt idx="370">
                <c:v>214.073</c:v>
              </c:pt>
              <c:pt idx="371">
                <c:v>251.199</c:v>
              </c:pt>
              <c:pt idx="372">
                <c:v>142.905</c:v>
              </c:pt>
              <c:pt idx="373">
                <c:v>152.532</c:v>
              </c:pt>
              <c:pt idx="374">
                <c:v>210.675</c:v>
              </c:pt>
              <c:pt idx="375">
                <c:v>171.746</c:v>
              </c:pt>
              <c:pt idx="376">
                <c:v>65.075</c:v>
              </c:pt>
              <c:pt idx="377">
                <c:v>53.603</c:v>
              </c:pt>
              <c:pt idx="378">
                <c:v>191.936</c:v>
              </c:pt>
              <c:pt idx="379">
                <c:v>102.16</c:v>
              </c:pt>
              <c:pt idx="380">
                <c:v>260.164</c:v>
              </c:pt>
              <c:pt idx="381">
                <c:v>229.52</c:v>
              </c:pt>
              <c:pt idx="382">
                <c:v>73.516</c:v>
              </c:pt>
              <c:pt idx="383">
                <c:v>89.969</c:v>
              </c:pt>
              <c:pt idx="384">
                <c:v>231.282</c:v>
              </c:pt>
              <c:pt idx="385">
                <c:v>259.482</c:v>
              </c:pt>
              <c:pt idx="386">
                <c:v>189.103</c:v>
              </c:pt>
              <c:pt idx="387">
                <c:v>57.693</c:v>
              </c:pt>
              <c:pt idx="388">
                <c:v>97.496</c:v>
              </c:pt>
              <c:pt idx="389">
                <c:v>156.042</c:v>
              </c:pt>
              <c:pt idx="390">
                <c:v>208.604</c:v>
              </c:pt>
              <c:pt idx="391">
                <c:v>71.543</c:v>
              </c:pt>
              <c:pt idx="392">
                <c:v>69.905</c:v>
              </c:pt>
              <c:pt idx="393">
                <c:v>83.214</c:v>
              </c:pt>
              <c:pt idx="394">
                <c:v>77.46</c:v>
              </c:pt>
              <c:pt idx="395">
                <c:v>260.651</c:v>
              </c:pt>
              <c:pt idx="396">
                <c:v>146.265</c:v>
              </c:pt>
              <c:pt idx="397">
                <c:v>50.628</c:v>
              </c:pt>
              <c:pt idx="398">
                <c:v>163.419</c:v>
              </c:pt>
              <c:pt idx="399">
                <c:v>45.577</c:v>
              </c:pt>
              <c:pt idx="400">
                <c:v>225.17</c:v>
              </c:pt>
              <c:pt idx="401">
                <c:v>243.413</c:v>
              </c:pt>
              <c:pt idx="402">
                <c:v>55.595</c:v>
              </c:pt>
              <c:pt idx="403">
                <c:v>212.888</c:v>
              </c:pt>
              <c:pt idx="404">
                <c:v>247.01</c:v>
              </c:pt>
              <c:pt idx="405">
                <c:v>191.766</c:v>
              </c:pt>
              <c:pt idx="406">
                <c:v>147.159</c:v>
              </c:pt>
              <c:pt idx="407">
                <c:v>98.793</c:v>
              </c:pt>
              <c:pt idx="408">
                <c:v>48.095</c:v>
              </c:pt>
              <c:pt idx="409">
                <c:v>235.766</c:v>
              </c:pt>
              <c:pt idx="410">
                <c:v>221.616</c:v>
              </c:pt>
              <c:pt idx="411">
                <c:v>256.224</c:v>
              </c:pt>
              <c:pt idx="412">
                <c:v>147.434</c:v>
              </c:pt>
              <c:pt idx="413">
                <c:v>173.845</c:v>
              </c:pt>
              <c:pt idx="414">
                <c:v>147.903</c:v>
              </c:pt>
              <c:pt idx="415">
                <c:v>193.907</c:v>
              </c:pt>
              <c:pt idx="416">
                <c:v>164.434</c:v>
              </c:pt>
              <c:pt idx="417">
                <c:v>168.985</c:v>
              </c:pt>
              <c:pt idx="418">
                <c:v>57.621</c:v>
              </c:pt>
              <c:pt idx="419">
                <c:v>58.687</c:v>
              </c:pt>
              <c:pt idx="420">
                <c:v>199.394</c:v>
              </c:pt>
              <c:pt idx="421">
                <c:v>146.871</c:v>
              </c:pt>
              <c:pt idx="422">
                <c:v>35.737</c:v>
              </c:pt>
              <c:pt idx="423">
                <c:v>181.576</c:v>
              </c:pt>
              <c:pt idx="424">
                <c:v>40.089</c:v>
              </c:pt>
              <c:pt idx="425">
                <c:v>222.089</c:v>
              </c:pt>
              <c:pt idx="426">
                <c:v>143.232</c:v>
              </c:pt>
              <c:pt idx="427">
                <c:v>212.284</c:v>
              </c:pt>
              <c:pt idx="428">
                <c:v>201.165</c:v>
              </c:pt>
              <c:pt idx="429">
                <c:v>51.533</c:v>
              </c:pt>
              <c:pt idx="430">
                <c:v>49.004</c:v>
              </c:pt>
              <c:pt idx="431">
                <c:v>39.133</c:v>
              </c:pt>
              <c:pt idx="432">
                <c:v>111.07</c:v>
              </c:pt>
              <c:pt idx="433">
                <c:v>231.261</c:v>
              </c:pt>
              <c:pt idx="434">
                <c:v>93.3</c:v>
              </c:pt>
              <c:pt idx="435">
                <c:v>256.771</c:v>
              </c:pt>
              <c:pt idx="436">
                <c:v>64.303</c:v>
              </c:pt>
              <c:pt idx="437">
                <c:v>41.979</c:v>
              </c:pt>
              <c:pt idx="438">
                <c:v>131.508</c:v>
              </c:pt>
              <c:pt idx="439">
                <c:v>253.7</c:v>
              </c:pt>
              <c:pt idx="440">
                <c:v>175.969</c:v>
              </c:pt>
              <c:pt idx="441">
                <c:v>120.477</c:v>
              </c:pt>
              <c:pt idx="442">
                <c:v>205.543</c:v>
              </c:pt>
              <c:pt idx="443">
                <c:v>91.974</c:v>
              </c:pt>
              <c:pt idx="444">
                <c:v>202.675</c:v>
              </c:pt>
              <c:pt idx="445">
                <c:v>223.99</c:v>
              </c:pt>
              <c:pt idx="446">
                <c:v>230.061</c:v>
              </c:pt>
              <c:pt idx="447">
                <c:v>110.626</c:v>
              </c:pt>
              <c:pt idx="448">
                <c:v>60.76</c:v>
              </c:pt>
              <c:pt idx="449">
                <c:v>262.508</c:v>
              </c:pt>
              <c:pt idx="450">
                <c:v>110.099</c:v>
              </c:pt>
              <c:pt idx="451">
                <c:v>147.219</c:v>
              </c:pt>
              <c:pt idx="452">
                <c:v>214.188</c:v>
              </c:pt>
              <c:pt idx="453">
                <c:v>71.724</c:v>
              </c:pt>
              <c:pt idx="454">
                <c:v>260.676</c:v>
              </c:pt>
              <c:pt idx="455">
                <c:v>199.732</c:v>
              </c:pt>
              <c:pt idx="456">
                <c:v>84.789</c:v>
              </c:pt>
              <c:pt idx="457">
                <c:v>231.055</c:v>
              </c:pt>
              <c:pt idx="458">
                <c:v>239.249</c:v>
              </c:pt>
              <c:pt idx="459">
                <c:v>35.653</c:v>
              </c:pt>
              <c:pt idx="460">
                <c:v>262.579</c:v>
              </c:pt>
              <c:pt idx="461">
                <c:v>149.632</c:v>
              </c:pt>
              <c:pt idx="462">
                <c:v>223.823</c:v>
              </c:pt>
              <c:pt idx="463">
                <c:v>155.129</c:v>
              </c:pt>
              <c:pt idx="464">
                <c:v>87.426</c:v>
              </c:pt>
              <c:pt idx="465">
                <c:v>216.571</c:v>
              </c:pt>
              <c:pt idx="466">
                <c:v>193.049</c:v>
              </c:pt>
              <c:pt idx="467">
                <c:v>52.011</c:v>
              </c:pt>
              <c:pt idx="468">
                <c:v>161.647</c:v>
              </c:pt>
              <c:pt idx="469">
                <c:v>78.645</c:v>
              </c:pt>
              <c:pt idx="470">
                <c:v>58.54</c:v>
              </c:pt>
              <c:pt idx="471">
                <c:v>239.663</c:v>
              </c:pt>
              <c:pt idx="472">
                <c:v>204.938</c:v>
              </c:pt>
              <c:pt idx="473">
                <c:v>154.223</c:v>
              </c:pt>
              <c:pt idx="474">
                <c:v>250.217</c:v>
              </c:pt>
              <c:pt idx="475">
                <c:v>66.456</c:v>
              </c:pt>
              <c:pt idx="476">
                <c:v>75.052</c:v>
              </c:pt>
              <c:pt idx="477">
                <c:v>178.784</c:v>
              </c:pt>
              <c:pt idx="478">
                <c:v>251.775</c:v>
              </c:pt>
              <c:pt idx="479">
                <c:v>123.025</c:v>
              </c:pt>
              <c:pt idx="480">
                <c:v>67.706</c:v>
              </c:pt>
              <c:pt idx="481">
                <c:v>134.009</c:v>
              </c:pt>
              <c:pt idx="482">
                <c:v>190.904</c:v>
              </c:pt>
              <c:pt idx="483">
                <c:v>104.572</c:v>
              </c:pt>
              <c:pt idx="484">
                <c:v>151.579</c:v>
              </c:pt>
              <c:pt idx="485">
                <c:v>264.773</c:v>
              </c:pt>
              <c:pt idx="486">
                <c:v>60.535</c:v>
              </c:pt>
              <c:pt idx="487">
                <c:v>192.669</c:v>
              </c:pt>
              <c:pt idx="488">
                <c:v>182.426</c:v>
              </c:pt>
              <c:pt idx="489">
                <c:v>251.882</c:v>
              </c:pt>
              <c:pt idx="490">
                <c:v>93.719</c:v>
              </c:pt>
              <c:pt idx="491">
                <c:v>49.653</c:v>
              </c:pt>
              <c:pt idx="492">
                <c:v>45.3</c:v>
              </c:pt>
              <c:pt idx="493">
                <c:v>54.305</c:v>
              </c:pt>
              <c:pt idx="494">
                <c:v>170.863</c:v>
              </c:pt>
              <c:pt idx="495">
                <c:v>175.003</c:v>
              </c:pt>
              <c:pt idx="496">
                <c:v>169.268</c:v>
              </c:pt>
              <c:pt idx="497">
                <c:v>147.415</c:v>
              </c:pt>
              <c:pt idx="498">
                <c:v>82.132</c:v>
              </c:pt>
              <c:pt idx="499">
                <c:v>64.63</c:v>
              </c:pt>
              <c:pt idx="500">
                <c:v>119.936</c:v>
              </c:pt>
              <c:pt idx="501">
                <c:v>44.234</c:v>
              </c:pt>
              <c:pt idx="502">
                <c:v>141.91</c:v>
              </c:pt>
              <c:pt idx="503">
                <c:v>81.226</c:v>
              </c:pt>
              <c:pt idx="504">
                <c:v>201.552</c:v>
              </c:pt>
              <c:pt idx="505">
                <c:v>86.148</c:v>
              </c:pt>
              <c:pt idx="506">
                <c:v>52.046</c:v>
              </c:pt>
              <c:pt idx="507">
                <c:v>42.342</c:v>
              </c:pt>
              <c:pt idx="508">
                <c:v>248.847</c:v>
              </c:pt>
              <c:pt idx="509">
                <c:v>66.212</c:v>
              </c:pt>
              <c:pt idx="510">
                <c:v>257.985</c:v>
              </c:pt>
              <c:pt idx="511">
                <c:v>89.065</c:v>
              </c:pt>
              <c:pt idx="512">
                <c:v>158.855</c:v>
              </c:pt>
              <c:pt idx="513">
                <c:v>143.739</c:v>
              </c:pt>
              <c:pt idx="514">
                <c:v>225.796</c:v>
              </c:pt>
              <c:pt idx="515">
                <c:v>206.772</c:v>
              </c:pt>
              <c:pt idx="516">
                <c:v>47.769</c:v>
              </c:pt>
              <c:pt idx="517">
                <c:v>206.351</c:v>
              </c:pt>
              <c:pt idx="518">
                <c:v>229.892</c:v>
              </c:pt>
              <c:pt idx="519">
                <c:v>103.467</c:v>
              </c:pt>
              <c:pt idx="520">
                <c:v>151.35</c:v>
              </c:pt>
              <c:pt idx="521">
                <c:v>145.072</c:v>
              </c:pt>
              <c:pt idx="522">
                <c:v>210.011</c:v>
              </c:pt>
              <c:pt idx="523">
                <c:v>177.204</c:v>
              </c:pt>
              <c:pt idx="524">
                <c:v>49.426</c:v>
              </c:pt>
              <c:pt idx="525">
                <c:v>46.781</c:v>
              </c:pt>
              <c:pt idx="526">
                <c:v>263.142</c:v>
              </c:pt>
              <c:pt idx="527">
                <c:v>193.129</c:v>
              </c:pt>
              <c:pt idx="528">
                <c:v>164.087</c:v>
              </c:pt>
              <c:pt idx="529">
                <c:v>149.232</c:v>
              </c:pt>
              <c:pt idx="530">
                <c:v>215.464</c:v>
              </c:pt>
              <c:pt idx="531">
                <c:v>87.51</c:v>
              </c:pt>
              <c:pt idx="532">
                <c:v>76.14</c:v>
              </c:pt>
              <c:pt idx="533">
                <c:v>211.292</c:v>
              </c:pt>
              <c:pt idx="534">
                <c:v>40.163</c:v>
              </c:pt>
              <c:pt idx="535">
                <c:v>197.06</c:v>
              </c:pt>
              <c:pt idx="536">
                <c:v>240.292</c:v>
              </c:pt>
              <c:pt idx="537">
                <c:v>75.554</c:v>
              </c:pt>
              <c:pt idx="538">
                <c:v>72.967</c:v>
              </c:pt>
              <c:pt idx="539">
                <c:v>75.961</c:v>
              </c:pt>
              <c:pt idx="540">
                <c:v>190.094</c:v>
              </c:pt>
              <c:pt idx="541">
                <c:v>128.392</c:v>
              </c:pt>
              <c:pt idx="542">
                <c:v>244.521</c:v>
              </c:pt>
              <c:pt idx="543">
                <c:v>97.115</c:v>
              </c:pt>
              <c:pt idx="544">
                <c:v>141.132</c:v>
              </c:pt>
              <c:pt idx="545">
                <c:v>50.84</c:v>
              </c:pt>
              <c:pt idx="546">
                <c:v>216.322</c:v>
              </c:pt>
              <c:pt idx="547">
                <c:v>195.502</c:v>
              </c:pt>
              <c:pt idx="548">
                <c:v>87.675</c:v>
              </c:pt>
              <c:pt idx="549">
                <c:v>252.514</c:v>
              </c:pt>
              <c:pt idx="550">
                <c:v>89.586</c:v>
              </c:pt>
              <c:pt idx="551">
                <c:v>169.028</c:v>
              </c:pt>
              <c:pt idx="552">
                <c:v>81.586</c:v>
              </c:pt>
              <c:pt idx="553">
                <c:v>129.632</c:v>
              </c:pt>
              <c:pt idx="554">
                <c:v>73.091</c:v>
              </c:pt>
              <c:pt idx="555">
                <c:v>145.352</c:v>
              </c:pt>
              <c:pt idx="556">
                <c:v>113.521</c:v>
              </c:pt>
              <c:pt idx="557">
                <c:v>257.853</c:v>
              </c:pt>
              <c:pt idx="558">
                <c:v>63.587</c:v>
              </c:pt>
              <c:pt idx="559">
                <c:v>144.768</c:v>
              </c:pt>
              <c:pt idx="560">
                <c:v>131.807</c:v>
              </c:pt>
              <c:pt idx="561">
                <c:v>235.628</c:v>
              </c:pt>
              <c:pt idx="562">
                <c:v>152.252</c:v>
              </c:pt>
              <c:pt idx="563">
                <c:v>256.565</c:v>
              </c:pt>
              <c:pt idx="564">
                <c:v>250.663</c:v>
              </c:pt>
              <c:pt idx="565">
                <c:v>233.388</c:v>
              </c:pt>
              <c:pt idx="566">
                <c:v>140.018</c:v>
              </c:pt>
              <c:pt idx="567">
                <c:v>264.167</c:v>
              </c:pt>
              <c:pt idx="568">
                <c:v>206.009</c:v>
              </c:pt>
              <c:pt idx="569">
                <c:v>263.364</c:v>
              </c:pt>
              <c:pt idx="570">
                <c:v>156.004</c:v>
              </c:pt>
              <c:pt idx="571">
                <c:v>222.996</c:v>
              </c:pt>
              <c:pt idx="572">
                <c:v>243.881</c:v>
              </c:pt>
              <c:pt idx="573">
                <c:v>53.2</c:v>
              </c:pt>
              <c:pt idx="574">
                <c:v>243.952</c:v>
              </c:pt>
              <c:pt idx="575">
                <c:v>56.365</c:v>
              </c:pt>
              <c:pt idx="576">
                <c:v>210.069</c:v>
              </c:pt>
              <c:pt idx="577">
                <c:v>54.998</c:v>
              </c:pt>
              <c:pt idx="578">
                <c:v>161.067</c:v>
              </c:pt>
              <c:pt idx="579">
                <c:v>264.297</c:v>
              </c:pt>
              <c:pt idx="580">
                <c:v>263.285</c:v>
              </c:pt>
              <c:pt idx="581">
                <c:v>164.064</c:v>
              </c:pt>
              <c:pt idx="582">
                <c:v>209.781</c:v>
              </c:pt>
              <c:pt idx="583">
                <c:v>71.724</c:v>
              </c:pt>
              <c:pt idx="584">
                <c:v>193.881</c:v>
              </c:pt>
              <c:pt idx="585">
                <c:v>198.95</c:v>
              </c:pt>
              <c:pt idx="586">
                <c:v>104.67</c:v>
              </c:pt>
              <c:pt idx="587">
                <c:v>164.985</c:v>
              </c:pt>
              <c:pt idx="588">
                <c:v>104.454</c:v>
              </c:pt>
              <c:pt idx="589">
                <c:v>229.082</c:v>
              </c:pt>
              <c:pt idx="590">
                <c:v>136.648</c:v>
              </c:pt>
              <c:pt idx="591">
                <c:v>194.722</c:v>
              </c:pt>
              <c:pt idx="592">
                <c:v>46.776</c:v>
              </c:pt>
              <c:pt idx="593">
                <c:v>187.073</c:v>
              </c:pt>
              <c:pt idx="594">
                <c:v>67.117</c:v>
              </c:pt>
              <c:pt idx="595">
                <c:v>120.695</c:v>
              </c:pt>
              <c:pt idx="596">
                <c:v>91.649</c:v>
              </c:pt>
              <c:pt idx="597">
                <c:v>105.314</c:v>
              </c:pt>
              <c:pt idx="598">
                <c:v>58.293</c:v>
              </c:pt>
              <c:pt idx="599">
                <c:v>229.585</c:v>
              </c:pt>
              <c:pt idx="600">
                <c:v>104.264</c:v>
              </c:pt>
              <c:pt idx="601">
                <c:v>66.944</c:v>
              </c:pt>
              <c:pt idx="602">
                <c:v>247.18</c:v>
              </c:pt>
              <c:pt idx="603">
                <c:v>101.126</c:v>
              </c:pt>
              <c:pt idx="604">
                <c:v>118.301</c:v>
              </c:pt>
              <c:pt idx="605">
                <c:v>118.589</c:v>
              </c:pt>
              <c:pt idx="606">
                <c:v>167.263</c:v>
              </c:pt>
              <c:pt idx="607">
                <c:v>75.89</c:v>
              </c:pt>
              <c:pt idx="608">
                <c:v>231.709</c:v>
              </c:pt>
              <c:pt idx="609">
                <c:v>208.29</c:v>
              </c:pt>
              <c:pt idx="610">
                <c:v>112.799</c:v>
              </c:pt>
              <c:pt idx="611">
                <c:v>248.754</c:v>
              </c:pt>
              <c:pt idx="612">
                <c:v>136.598</c:v>
              </c:pt>
              <c:pt idx="613">
                <c:v>43.496</c:v>
              </c:pt>
              <c:pt idx="614">
                <c:v>202.812</c:v>
              </c:pt>
              <c:pt idx="615">
                <c:v>60.191</c:v>
              </c:pt>
              <c:pt idx="616">
                <c:v>141.632</c:v>
              </c:pt>
              <c:pt idx="617">
                <c:v>84.716</c:v>
              </c:pt>
              <c:pt idx="618">
                <c:v>112.358</c:v>
              </c:pt>
              <c:pt idx="619">
                <c:v>176.713</c:v>
              </c:pt>
              <c:pt idx="620">
                <c:v>194.522</c:v>
              </c:pt>
              <c:pt idx="621">
                <c:v>263.088</c:v>
              </c:pt>
              <c:pt idx="622">
                <c:v>64.807</c:v>
              </c:pt>
              <c:pt idx="623">
                <c:v>43.63</c:v>
              </c:pt>
              <c:pt idx="624">
                <c:v>247.635</c:v>
              </c:pt>
              <c:pt idx="625">
                <c:v>92.287</c:v>
              </c:pt>
              <c:pt idx="626">
                <c:v>90.077</c:v>
              </c:pt>
              <c:pt idx="627">
                <c:v>209.103</c:v>
              </c:pt>
              <c:pt idx="628">
                <c:v>194.439</c:v>
              </c:pt>
              <c:pt idx="629">
                <c:v>91.403</c:v>
              </c:pt>
              <c:pt idx="630">
                <c:v>81.618</c:v>
              </c:pt>
              <c:pt idx="631">
                <c:v>137.281</c:v>
              </c:pt>
              <c:pt idx="632">
                <c:v>249.011</c:v>
              </c:pt>
              <c:pt idx="633">
                <c:v>88.862</c:v>
              </c:pt>
              <c:pt idx="634">
                <c:v>258.987</c:v>
              </c:pt>
              <c:pt idx="635">
                <c:v>156.002</c:v>
              </c:pt>
              <c:pt idx="636">
                <c:v>84.648</c:v>
              </c:pt>
              <c:pt idx="637">
                <c:v>114.381</c:v>
              </c:pt>
              <c:pt idx="638">
                <c:v>215.334</c:v>
              </c:pt>
              <c:pt idx="639">
                <c:v>143.335</c:v>
              </c:pt>
              <c:pt idx="640">
                <c:v>151.292</c:v>
              </c:pt>
              <c:pt idx="641">
                <c:v>200.699</c:v>
              </c:pt>
              <c:pt idx="642">
                <c:v>203.155</c:v>
              </c:pt>
              <c:pt idx="643">
                <c:v>199.417</c:v>
              </c:pt>
              <c:pt idx="644">
                <c:v>251.687</c:v>
              </c:pt>
              <c:pt idx="645">
                <c:v>193.579</c:v>
              </c:pt>
              <c:pt idx="646">
                <c:v>196.407</c:v>
              </c:pt>
              <c:pt idx="647">
                <c:v>60.03</c:v>
              </c:pt>
              <c:pt idx="648">
                <c:v>101.391</c:v>
              </c:pt>
              <c:pt idx="649">
                <c:v>194.728</c:v>
              </c:pt>
              <c:pt idx="650">
                <c:v>82.339</c:v>
              </c:pt>
              <c:pt idx="651">
                <c:v>67.778</c:v>
              </c:pt>
              <c:pt idx="652">
                <c:v>146.326</c:v>
              </c:pt>
              <c:pt idx="653">
                <c:v>138.809</c:v>
              </c:pt>
              <c:pt idx="654">
                <c:v>160.623</c:v>
              </c:pt>
              <c:pt idx="655">
                <c:v>161.842</c:v>
              </c:pt>
              <c:pt idx="656">
                <c:v>172.272</c:v>
              </c:pt>
              <c:pt idx="657">
                <c:v>255.355</c:v>
              </c:pt>
              <c:pt idx="658">
                <c:v>89.02</c:v>
              </c:pt>
              <c:pt idx="659">
                <c:v>257.022</c:v>
              </c:pt>
              <c:pt idx="660">
                <c:v>76.921</c:v>
              </c:pt>
              <c:pt idx="661">
                <c:v>163.428</c:v>
              </c:pt>
              <c:pt idx="662">
                <c:v>140.995</c:v>
              </c:pt>
              <c:pt idx="663">
                <c:v>175.699</c:v>
              </c:pt>
              <c:pt idx="664">
                <c:v>248.988</c:v>
              </c:pt>
              <c:pt idx="665">
                <c:v>57.975</c:v>
              </c:pt>
              <c:pt idx="666">
                <c:v>237.271</c:v>
              </c:pt>
              <c:pt idx="667">
                <c:v>81.285</c:v>
              </c:pt>
              <c:pt idx="668">
                <c:v>107.881</c:v>
              </c:pt>
              <c:pt idx="669">
                <c:v>258.694</c:v>
              </c:pt>
              <c:pt idx="670">
                <c:v>69.749</c:v>
              </c:pt>
              <c:pt idx="671">
                <c:v>263.777</c:v>
              </c:pt>
              <c:pt idx="672">
                <c:v>197.266</c:v>
              </c:pt>
              <c:pt idx="673">
                <c:v>153.994</c:v>
              </c:pt>
              <c:pt idx="674">
                <c:v>76.454</c:v>
              </c:pt>
              <c:pt idx="675">
                <c:v>212.412</c:v>
              </c:pt>
              <c:pt idx="676">
                <c:v>158.587</c:v>
              </c:pt>
              <c:pt idx="677">
                <c:v>90.038</c:v>
              </c:pt>
              <c:pt idx="678">
                <c:v>136.415</c:v>
              </c:pt>
              <c:pt idx="679">
                <c:v>120.893</c:v>
              </c:pt>
              <c:pt idx="680">
                <c:v>72.891</c:v>
              </c:pt>
              <c:pt idx="681">
                <c:v>182.613</c:v>
              </c:pt>
              <c:pt idx="682">
                <c:v>37.811</c:v>
              </c:pt>
              <c:pt idx="683">
                <c:v>43.865</c:v>
              </c:pt>
              <c:pt idx="684">
                <c:v>214.803</c:v>
              </c:pt>
              <c:pt idx="685">
                <c:v>51.701</c:v>
              </c:pt>
              <c:pt idx="686">
                <c:v>143.932</c:v>
              </c:pt>
              <c:pt idx="687">
                <c:v>62.664</c:v>
              </c:pt>
              <c:pt idx="688">
                <c:v>111.086</c:v>
              </c:pt>
              <c:pt idx="689">
                <c:v>149.134</c:v>
              </c:pt>
              <c:pt idx="690">
                <c:v>152.127</c:v>
              </c:pt>
              <c:pt idx="691">
                <c:v>85.614</c:v>
              </c:pt>
              <c:pt idx="692">
                <c:v>104.386</c:v>
              </c:pt>
              <c:pt idx="693">
                <c:v>64.755</c:v>
              </c:pt>
              <c:pt idx="694">
                <c:v>189.906</c:v>
              </c:pt>
              <c:pt idx="695">
                <c:v>65.503</c:v>
              </c:pt>
              <c:pt idx="696">
                <c:v>101.587</c:v>
              </c:pt>
              <c:pt idx="697">
                <c:v>208.702</c:v>
              </c:pt>
              <c:pt idx="698">
                <c:v>247.497</c:v>
              </c:pt>
              <c:pt idx="699">
                <c:v>54.735</c:v>
              </c:pt>
              <c:pt idx="700">
                <c:v>255.665</c:v>
              </c:pt>
              <c:pt idx="701">
                <c:v>262.826</c:v>
              </c:pt>
              <c:pt idx="702">
                <c:v>98.057</c:v>
              </c:pt>
              <c:pt idx="703">
                <c:v>246.536</c:v>
              </c:pt>
              <c:pt idx="704">
                <c:v>247.702</c:v>
              </c:pt>
              <c:pt idx="705">
                <c:v>76.79</c:v>
              </c:pt>
              <c:pt idx="706">
                <c:v>188.581</c:v>
              </c:pt>
              <c:pt idx="707">
                <c:v>130.003</c:v>
              </c:pt>
              <c:pt idx="708">
                <c:v>90.868</c:v>
              </c:pt>
              <c:pt idx="709">
                <c:v>64.669</c:v>
              </c:pt>
              <c:pt idx="710">
                <c:v>171.664</c:v>
              </c:pt>
              <c:pt idx="711">
                <c:v>211.818</c:v>
              </c:pt>
              <c:pt idx="712">
                <c:v>231.455</c:v>
              </c:pt>
              <c:pt idx="713">
                <c:v>158.472</c:v>
              </c:pt>
              <c:pt idx="714">
                <c:v>235.467</c:v>
              </c:pt>
              <c:pt idx="715">
                <c:v>112.7</c:v>
              </c:pt>
              <c:pt idx="716">
                <c:v>217.204</c:v>
              </c:pt>
              <c:pt idx="717">
                <c:v>48.387</c:v>
              </c:pt>
              <c:pt idx="718">
                <c:v>135.361</c:v>
              </c:pt>
              <c:pt idx="719">
                <c:v>195.751</c:v>
              </c:pt>
              <c:pt idx="720">
                <c:v>170.926</c:v>
              </c:pt>
              <c:pt idx="721">
                <c:v>123.597</c:v>
              </c:pt>
              <c:pt idx="722">
                <c:v>99.278</c:v>
              </c:pt>
              <c:pt idx="723">
                <c:v>53.417</c:v>
              </c:pt>
              <c:pt idx="724">
                <c:v>254.821</c:v>
              </c:pt>
              <c:pt idx="725">
                <c:v>106.352</c:v>
              </c:pt>
              <c:pt idx="726">
                <c:v>97.423</c:v>
              </c:pt>
              <c:pt idx="727">
                <c:v>65.988</c:v>
              </c:pt>
              <c:pt idx="728">
                <c:v>183.638</c:v>
              </c:pt>
              <c:pt idx="729">
                <c:v>119.677</c:v>
              </c:pt>
              <c:pt idx="730">
                <c:v>42.504</c:v>
              </c:pt>
              <c:pt idx="731">
                <c:v>49.93</c:v>
              </c:pt>
              <c:pt idx="732">
                <c:v>97.266</c:v>
              </c:pt>
              <c:pt idx="733">
                <c:v>139.458</c:v>
              </c:pt>
              <c:pt idx="734">
                <c:v>47.488</c:v>
              </c:pt>
              <c:pt idx="735">
                <c:v>233.465</c:v>
              </c:pt>
              <c:pt idx="736">
                <c:v>125.445</c:v>
              </c:pt>
              <c:pt idx="737">
                <c:v>264.782</c:v>
              </c:pt>
              <c:pt idx="738">
                <c:v>194.564</c:v>
              </c:pt>
              <c:pt idx="739">
                <c:v>162.432</c:v>
              </c:pt>
              <c:pt idx="740">
                <c:v>59.172</c:v>
              </c:pt>
              <c:pt idx="741">
                <c:v>199.702</c:v>
              </c:pt>
              <c:pt idx="742">
                <c:v>105.645</c:v>
              </c:pt>
              <c:pt idx="743">
                <c:v>194.241</c:v>
              </c:pt>
              <c:pt idx="744">
                <c:v>73.66</c:v>
              </c:pt>
              <c:pt idx="745">
                <c:v>233.306</c:v>
              </c:pt>
              <c:pt idx="746">
                <c:v>208.115</c:v>
              </c:pt>
              <c:pt idx="747">
                <c:v>62.82</c:v>
              </c:pt>
              <c:pt idx="748">
                <c:v>157.119</c:v>
              </c:pt>
              <c:pt idx="749">
                <c:v>140.223</c:v>
              </c:pt>
              <c:pt idx="750">
                <c:v>165.706</c:v>
              </c:pt>
              <c:pt idx="751">
                <c:v>56.567</c:v>
              </c:pt>
              <c:pt idx="752">
                <c:v>196.621</c:v>
              </c:pt>
              <c:pt idx="753">
                <c:v>114.421</c:v>
              </c:pt>
              <c:pt idx="754">
                <c:v>262.221</c:v>
              </c:pt>
              <c:pt idx="755">
                <c:v>182.48</c:v>
              </c:pt>
              <c:pt idx="756">
                <c:v>175.423</c:v>
              </c:pt>
              <c:pt idx="757">
                <c:v>262.402</c:v>
              </c:pt>
              <c:pt idx="758">
                <c:v>210.764</c:v>
              </c:pt>
              <c:pt idx="759">
                <c:v>44.564</c:v>
              </c:pt>
              <c:pt idx="760">
                <c:v>93.967</c:v>
              </c:pt>
              <c:pt idx="761">
                <c:v>251.976</c:v>
              </c:pt>
              <c:pt idx="762">
                <c:v>156.238</c:v>
              </c:pt>
              <c:pt idx="763">
                <c:v>156.061</c:v>
              </c:pt>
              <c:pt idx="764">
                <c:v>98.89</c:v>
              </c:pt>
              <c:pt idx="765">
                <c:v>87.889</c:v>
              </c:pt>
              <c:pt idx="766">
                <c:v>106.716</c:v>
              </c:pt>
              <c:pt idx="767">
                <c:v>249.346</c:v>
              </c:pt>
              <c:pt idx="768">
                <c:v>77.044</c:v>
              </c:pt>
              <c:pt idx="769">
                <c:v>106.488</c:v>
              </c:pt>
              <c:pt idx="770">
                <c:v>240.772</c:v>
              </c:pt>
              <c:pt idx="771">
                <c:v>147.156</c:v>
              </c:pt>
              <c:pt idx="772">
                <c:v>176.819</c:v>
              </c:pt>
              <c:pt idx="773">
                <c:v>202.511</c:v>
              </c:pt>
              <c:pt idx="774">
                <c:v>55.972</c:v>
              </c:pt>
              <c:pt idx="775">
                <c:v>50.675</c:v>
              </c:pt>
              <c:pt idx="776">
                <c:v>179.843</c:v>
              </c:pt>
              <c:pt idx="777">
                <c:v>253.517</c:v>
              </c:pt>
              <c:pt idx="778">
                <c:v>82.69</c:v>
              </c:pt>
              <c:pt idx="779">
                <c:v>251.03</c:v>
              </c:pt>
              <c:pt idx="780">
                <c:v>61.753</c:v>
              </c:pt>
              <c:pt idx="781">
                <c:v>70.65</c:v>
              </c:pt>
              <c:pt idx="782">
                <c:v>171.036</c:v>
              </c:pt>
              <c:pt idx="783">
                <c:v>247.147</c:v>
              </c:pt>
              <c:pt idx="784">
                <c:v>92.295</c:v>
              </c:pt>
              <c:pt idx="785">
                <c:v>100.139</c:v>
              </c:pt>
              <c:pt idx="786">
                <c:v>74.058</c:v>
              </c:pt>
              <c:pt idx="787">
                <c:v>165.152</c:v>
              </c:pt>
              <c:pt idx="788">
                <c:v>216.723</c:v>
              </c:pt>
              <c:pt idx="789">
                <c:v>163.716</c:v>
              </c:pt>
              <c:pt idx="790">
                <c:v>190.956</c:v>
              </c:pt>
              <c:pt idx="791">
                <c:v>73.741</c:v>
              </c:pt>
              <c:pt idx="792">
                <c:v>54.295</c:v>
              </c:pt>
              <c:pt idx="793">
                <c:v>222.253</c:v>
              </c:pt>
              <c:pt idx="794">
                <c:v>199.594</c:v>
              </c:pt>
              <c:pt idx="795">
                <c:v>246.158</c:v>
              </c:pt>
              <c:pt idx="796">
                <c:v>155.046</c:v>
              </c:pt>
              <c:pt idx="797">
                <c:v>66.655</c:v>
              </c:pt>
              <c:pt idx="798">
                <c:v>68.736</c:v>
              </c:pt>
              <c:pt idx="799">
                <c:v>245.896</c:v>
              </c:pt>
              <c:pt idx="800">
                <c:v>102.033</c:v>
              </c:pt>
              <c:pt idx="801">
                <c:v>147.938</c:v>
              </c:pt>
              <c:pt idx="802">
                <c:v>142.446</c:v>
              </c:pt>
              <c:pt idx="803">
                <c:v>149.106</c:v>
              </c:pt>
              <c:pt idx="804">
                <c:v>127.353</c:v>
              </c:pt>
              <c:pt idx="805">
                <c:v>263.032</c:v>
              </c:pt>
              <c:pt idx="806">
                <c:v>62.976</c:v>
              </c:pt>
              <c:pt idx="807">
                <c:v>219.761</c:v>
              </c:pt>
              <c:pt idx="808">
                <c:v>216.102</c:v>
              </c:pt>
              <c:pt idx="809">
                <c:v>258.922</c:v>
              </c:pt>
              <c:pt idx="810">
                <c:v>49.41</c:v>
              </c:pt>
              <c:pt idx="811">
                <c:v>247.847</c:v>
              </c:pt>
              <c:pt idx="812">
                <c:v>169.341</c:v>
              </c:pt>
              <c:pt idx="813">
                <c:v>250.149</c:v>
              </c:pt>
              <c:pt idx="814">
                <c:v>209.203</c:v>
              </c:pt>
              <c:pt idx="815">
                <c:v>107.71</c:v>
              </c:pt>
              <c:pt idx="816">
                <c:v>106.002</c:v>
              </c:pt>
              <c:pt idx="817">
                <c:v>221.68</c:v>
              </c:pt>
              <c:pt idx="818">
                <c:v>211.018</c:v>
              </c:pt>
              <c:pt idx="819">
                <c:v>252.916</c:v>
              </c:pt>
              <c:pt idx="820">
                <c:v>87.764</c:v>
              </c:pt>
              <c:pt idx="821">
                <c:v>197.982</c:v>
              </c:pt>
              <c:pt idx="822">
                <c:v>149.305</c:v>
              </c:pt>
              <c:pt idx="823">
                <c:v>127.527</c:v>
              </c:pt>
              <c:pt idx="824">
                <c:v>181.466</c:v>
              </c:pt>
              <c:pt idx="825">
                <c:v>171.462</c:v>
              </c:pt>
              <c:pt idx="826">
                <c:v>72.457</c:v>
              </c:pt>
              <c:pt idx="827">
                <c:v>261.132</c:v>
              </c:pt>
              <c:pt idx="828">
                <c:v>217.686</c:v>
              </c:pt>
              <c:pt idx="829">
                <c:v>89.219</c:v>
              </c:pt>
              <c:pt idx="830">
                <c:v>60.912</c:v>
              </c:pt>
              <c:pt idx="831">
                <c:v>96.955</c:v>
              </c:pt>
              <c:pt idx="832">
                <c:v>218.355</c:v>
              </c:pt>
              <c:pt idx="833">
                <c:v>41.66</c:v>
              </c:pt>
              <c:pt idx="834">
                <c:v>188.495</c:v>
              </c:pt>
              <c:pt idx="835">
                <c:v>93.108</c:v>
              </c:pt>
              <c:pt idx="836">
                <c:v>48.822</c:v>
              </c:pt>
              <c:pt idx="837">
                <c:v>57.877</c:v>
              </c:pt>
              <c:pt idx="838">
                <c:v>158.528</c:v>
              </c:pt>
              <c:pt idx="839">
                <c:v>175.56</c:v>
              </c:pt>
              <c:pt idx="840">
                <c:v>236.537</c:v>
              </c:pt>
              <c:pt idx="841">
                <c:v>211.614</c:v>
              </c:pt>
              <c:pt idx="842">
                <c:v>161.43</c:v>
              </c:pt>
              <c:pt idx="843">
                <c:v>88.861</c:v>
              </c:pt>
              <c:pt idx="844">
                <c:v>68.609</c:v>
              </c:pt>
              <c:pt idx="845">
                <c:v>67.772</c:v>
              </c:pt>
              <c:pt idx="846">
                <c:v>37.556</c:v>
              </c:pt>
              <c:pt idx="847">
                <c:v>166.006</c:v>
              </c:pt>
              <c:pt idx="848">
                <c:v>114.104</c:v>
              </c:pt>
              <c:pt idx="849">
                <c:v>214.86</c:v>
              </c:pt>
              <c:pt idx="850">
                <c:v>207.02</c:v>
              </c:pt>
              <c:pt idx="851">
                <c:v>238.551</c:v>
              </c:pt>
              <c:pt idx="852">
                <c:v>79.271</c:v>
              </c:pt>
              <c:pt idx="853">
                <c:v>89.202</c:v>
              </c:pt>
              <c:pt idx="854">
                <c:v>86.133</c:v>
              </c:pt>
              <c:pt idx="855">
                <c:v>220.499</c:v>
              </c:pt>
              <c:pt idx="856">
                <c:v>210.34</c:v>
              </c:pt>
              <c:pt idx="857">
                <c:v>36.705</c:v>
              </c:pt>
              <c:pt idx="858">
                <c:v>208.834</c:v>
              </c:pt>
              <c:pt idx="859">
                <c:v>109.303</c:v>
              </c:pt>
              <c:pt idx="860">
                <c:v>241.389</c:v>
              </c:pt>
              <c:pt idx="861">
                <c:v>256.6</c:v>
              </c:pt>
              <c:pt idx="862">
                <c:v>41.491</c:v>
              </c:pt>
              <c:pt idx="863">
                <c:v>59.252</c:v>
              </c:pt>
              <c:pt idx="864">
                <c:v>88.557</c:v>
              </c:pt>
              <c:pt idx="865">
                <c:v>121.716</c:v>
              </c:pt>
              <c:pt idx="866">
                <c:v>84.409</c:v>
              </c:pt>
              <c:pt idx="867">
                <c:v>67.535</c:v>
              </c:pt>
              <c:pt idx="868">
                <c:v>91.461</c:v>
              </c:pt>
              <c:pt idx="869">
                <c:v>88.16</c:v>
              </c:pt>
              <c:pt idx="870">
                <c:v>77.639</c:v>
              </c:pt>
              <c:pt idx="871">
                <c:v>135.76</c:v>
              </c:pt>
              <c:pt idx="872">
                <c:v>115.545</c:v>
              </c:pt>
              <c:pt idx="873">
                <c:v>165.637</c:v>
              </c:pt>
              <c:pt idx="874">
                <c:v>82.593</c:v>
              </c:pt>
              <c:pt idx="875">
                <c:v>228.262</c:v>
              </c:pt>
              <c:pt idx="876">
                <c:v>236.229</c:v>
              </c:pt>
              <c:pt idx="877">
                <c:v>38.57</c:v>
              </c:pt>
              <c:pt idx="878">
                <c:v>239.098</c:v>
              </c:pt>
              <c:pt idx="879">
                <c:v>66.193</c:v>
              </c:pt>
              <c:pt idx="880">
                <c:v>88.484</c:v>
              </c:pt>
              <c:pt idx="881">
                <c:v>144.708</c:v>
              </c:pt>
              <c:pt idx="882">
                <c:v>158.598</c:v>
              </c:pt>
              <c:pt idx="883">
                <c:v>254.965</c:v>
              </c:pt>
              <c:pt idx="884">
                <c:v>68.085</c:v>
              </c:pt>
              <c:pt idx="885">
                <c:v>178.168</c:v>
              </c:pt>
              <c:pt idx="886">
                <c:v>95.258</c:v>
              </c:pt>
              <c:pt idx="887">
                <c:v>98.025</c:v>
              </c:pt>
              <c:pt idx="888">
                <c:v>159.234</c:v>
              </c:pt>
              <c:pt idx="889">
                <c:v>231.85</c:v>
              </c:pt>
              <c:pt idx="890">
                <c:v>80.434</c:v>
              </c:pt>
              <c:pt idx="891">
                <c:v>191.025</c:v>
              </c:pt>
              <c:pt idx="892">
                <c:v>42.527</c:v>
              </c:pt>
              <c:pt idx="893">
                <c:v>149.758</c:v>
              </c:pt>
              <c:pt idx="894">
                <c:v>52.859</c:v>
              </c:pt>
              <c:pt idx="895">
                <c:v>45.129</c:v>
              </c:pt>
              <c:pt idx="896">
                <c:v>156.461</c:v>
              </c:pt>
              <c:pt idx="897">
                <c:v>193.083</c:v>
              </c:pt>
              <c:pt idx="898">
                <c:v>192.023</c:v>
              </c:pt>
              <c:pt idx="899">
                <c:v>156.212</c:v>
              </c:pt>
              <c:pt idx="900">
                <c:v>62.27</c:v>
              </c:pt>
              <c:pt idx="901">
                <c:v>192.628</c:v>
              </c:pt>
              <c:pt idx="902">
                <c:v>245.527</c:v>
              </c:pt>
              <c:pt idx="903">
                <c:v>263.409</c:v>
              </c:pt>
              <c:pt idx="904">
                <c:v>211.167</c:v>
              </c:pt>
              <c:pt idx="905">
                <c:v>79.587</c:v>
              </c:pt>
              <c:pt idx="906">
                <c:v>251.45</c:v>
              </c:pt>
              <c:pt idx="907">
                <c:v>197.295</c:v>
              </c:pt>
              <c:pt idx="908">
                <c:v>82.673</c:v>
              </c:pt>
              <c:pt idx="909">
                <c:v>126.576</c:v>
              </c:pt>
              <c:pt idx="910">
                <c:v>97.414</c:v>
              </c:pt>
              <c:pt idx="911">
                <c:v>159.703</c:v>
              </c:pt>
              <c:pt idx="912">
                <c:v>70.162</c:v>
              </c:pt>
              <c:pt idx="913">
                <c:v>85.23</c:v>
              </c:pt>
              <c:pt idx="914">
                <c:v>216.365</c:v>
              </c:pt>
              <c:pt idx="915">
                <c:v>86.87</c:v>
              </c:pt>
              <c:pt idx="916">
                <c:v>236.546</c:v>
              </c:pt>
              <c:pt idx="917">
                <c:v>142.534</c:v>
              </c:pt>
              <c:pt idx="918">
                <c:v>65.931</c:v>
              </c:pt>
              <c:pt idx="919">
                <c:v>193.2</c:v>
              </c:pt>
              <c:pt idx="920">
                <c:v>263.332</c:v>
              </c:pt>
              <c:pt idx="921">
                <c:v>145.2</c:v>
              </c:pt>
              <c:pt idx="922">
                <c:v>89.499</c:v>
              </c:pt>
              <c:pt idx="923">
                <c:v>192.87</c:v>
              </c:pt>
              <c:pt idx="924">
                <c:v>182.78</c:v>
              </c:pt>
              <c:pt idx="925">
                <c:v>128.334</c:v>
              </c:pt>
              <c:pt idx="926">
                <c:v>206.731</c:v>
              </c:pt>
              <c:pt idx="927">
                <c:v>132.263</c:v>
              </c:pt>
              <c:pt idx="928">
                <c:v>91.486</c:v>
              </c:pt>
              <c:pt idx="929">
                <c:v>259.713</c:v>
              </c:pt>
              <c:pt idx="930">
                <c:v>240.964</c:v>
              </c:pt>
              <c:pt idx="931">
                <c:v>57.991</c:v>
              </c:pt>
              <c:pt idx="932">
                <c:v>85.564</c:v>
              </c:pt>
              <c:pt idx="933">
                <c:v>86.104</c:v>
              </c:pt>
              <c:pt idx="934">
                <c:v>242.773</c:v>
              </c:pt>
              <c:pt idx="935">
                <c:v>239.801</c:v>
              </c:pt>
              <c:pt idx="936">
                <c:v>114.373</c:v>
              </c:pt>
              <c:pt idx="937">
                <c:v>83.15</c:v>
              </c:pt>
              <c:pt idx="938">
                <c:v>85.096</c:v>
              </c:pt>
              <c:pt idx="939">
                <c:v>37.188</c:v>
              </c:pt>
              <c:pt idx="940">
                <c:v>163.062</c:v>
              </c:pt>
              <c:pt idx="941">
                <c:v>215.391</c:v>
              </c:pt>
              <c:pt idx="942">
                <c:v>153.618</c:v>
              </c:pt>
              <c:pt idx="943">
                <c:v>61.629</c:v>
              </c:pt>
              <c:pt idx="944">
                <c:v>65.767</c:v>
              </c:pt>
              <c:pt idx="945">
                <c:v>203.215</c:v>
              </c:pt>
              <c:pt idx="946">
                <c:v>110.106</c:v>
              </c:pt>
              <c:pt idx="947">
                <c:v>155.822</c:v>
              </c:pt>
              <c:pt idx="948">
                <c:v>226.559</c:v>
              </c:pt>
              <c:pt idx="949">
                <c:v>106.515</c:v>
              </c:pt>
              <c:pt idx="950">
                <c:v>176.231</c:v>
              </c:pt>
              <c:pt idx="951">
                <c:v>150.316</c:v>
              </c:pt>
              <c:pt idx="952">
                <c:v>68.597</c:v>
              </c:pt>
              <c:pt idx="953">
                <c:v>75.664</c:v>
              </c:pt>
              <c:pt idx="954">
                <c:v>51.344</c:v>
              </c:pt>
              <c:pt idx="955">
                <c:v>192.767</c:v>
              </c:pt>
              <c:pt idx="956">
                <c:v>87.801</c:v>
              </c:pt>
              <c:pt idx="957">
                <c:v>190.663</c:v>
              </c:pt>
              <c:pt idx="958">
                <c:v>208.514</c:v>
              </c:pt>
              <c:pt idx="959">
                <c:v>239.512</c:v>
              </c:pt>
              <c:pt idx="960">
                <c:v>241.989</c:v>
              </c:pt>
              <c:pt idx="961">
                <c:v>211.837</c:v>
              </c:pt>
              <c:pt idx="962">
                <c:v>185.43</c:v>
              </c:pt>
              <c:pt idx="963">
                <c:v>151.994</c:v>
              </c:pt>
              <c:pt idx="964">
                <c:v>55.661</c:v>
              </c:pt>
              <c:pt idx="965">
                <c:v>45.518</c:v>
              </c:pt>
              <c:pt idx="966">
                <c:v>112.159</c:v>
              </c:pt>
              <c:pt idx="967">
                <c:v>52.676</c:v>
              </c:pt>
              <c:pt idx="968">
                <c:v>213.346</c:v>
              </c:pt>
              <c:pt idx="969">
                <c:v>231.122</c:v>
              </c:pt>
              <c:pt idx="970">
                <c:v>167.056</c:v>
              </c:pt>
              <c:pt idx="971">
                <c:v>72.844</c:v>
              </c:pt>
              <c:pt idx="972">
                <c:v>143.395</c:v>
              </c:pt>
              <c:pt idx="973">
                <c:v>186.431</c:v>
              </c:pt>
              <c:pt idx="974">
                <c:v>85.651</c:v>
              </c:pt>
              <c:pt idx="975">
                <c:v>105.919</c:v>
              </c:pt>
              <c:pt idx="976">
                <c:v>227.625</c:v>
              </c:pt>
              <c:pt idx="977">
                <c:v>163.437</c:v>
              </c:pt>
              <c:pt idx="978">
                <c:v>100.703</c:v>
              </c:pt>
              <c:pt idx="979">
                <c:v>39.32</c:v>
              </c:pt>
              <c:pt idx="980">
                <c:v>56.665</c:v>
              </c:pt>
              <c:pt idx="981">
                <c:v>208.221</c:v>
              </c:pt>
              <c:pt idx="982">
                <c:v>37.758</c:v>
              </c:pt>
              <c:pt idx="983">
                <c:v>159.924</c:v>
              </c:pt>
              <c:pt idx="984">
                <c:v>205.102</c:v>
              </c:pt>
              <c:pt idx="985">
                <c:v>200.504</c:v>
              </c:pt>
              <c:pt idx="986">
                <c:v>155.417</c:v>
              </c:pt>
              <c:pt idx="987">
                <c:v>59.868</c:v>
              </c:pt>
              <c:pt idx="988">
                <c:v>62.186</c:v>
              </c:pt>
              <c:pt idx="989">
                <c:v>197.21</c:v>
              </c:pt>
              <c:pt idx="990">
                <c:v>149.943</c:v>
              </c:pt>
              <c:pt idx="991">
                <c:v>183.924</c:v>
              </c:pt>
              <c:pt idx="992">
                <c:v>83.294</c:v>
              </c:pt>
              <c:pt idx="993">
                <c:v>264.261</c:v>
              </c:pt>
              <c:pt idx="994">
                <c:v>107.636</c:v>
              </c:pt>
              <c:pt idx="995">
                <c:v>199.763</c:v>
              </c:pt>
              <c:pt idx="996">
                <c:v>71.379</c:v>
              </c:pt>
              <c:pt idx="997">
                <c:v>90.173</c:v>
              </c:pt>
              <c:pt idx="998">
                <c:v>179.318</c:v>
              </c:pt>
              <c:pt idx="999">
                <c:v>101.425</c:v>
              </c:pt>
              <c:pt idx="1000">
                <c:v>247.181</c:v>
              </c:pt>
              <c:pt idx="1001">
                <c:v>35.928</c:v>
              </c:pt>
              <c:pt idx="1002">
                <c:v>121.071</c:v>
              </c:pt>
              <c:pt idx="1003">
                <c:v>249.952</c:v>
              </c:pt>
              <c:pt idx="1004">
                <c:v>263.372</c:v>
              </c:pt>
              <c:pt idx="1005">
                <c:v>145.039</c:v>
              </c:pt>
              <c:pt idx="1006">
                <c:v>148.679</c:v>
              </c:pt>
              <c:pt idx="1007">
                <c:v>120.457</c:v>
              </c:pt>
              <c:pt idx="1008">
                <c:v>86.712</c:v>
              </c:pt>
              <c:pt idx="1009">
                <c:v>155.304</c:v>
              </c:pt>
              <c:pt idx="1010">
                <c:v>215.705</c:v>
              </c:pt>
              <c:pt idx="1011">
                <c:v>112.023</c:v>
              </c:pt>
              <c:pt idx="1012">
                <c:v>254.68</c:v>
              </c:pt>
              <c:pt idx="1013">
                <c:v>150.807</c:v>
              </c:pt>
              <c:pt idx="1014">
                <c:v>260.7</c:v>
              </c:pt>
              <c:pt idx="1015">
                <c:v>220.865</c:v>
              </c:pt>
              <c:pt idx="1016">
                <c:v>166.472</c:v>
              </c:pt>
              <c:pt idx="1017">
                <c:v>88.742</c:v>
              </c:pt>
              <c:pt idx="1018">
                <c:v>180.068</c:v>
              </c:pt>
              <c:pt idx="1019">
                <c:v>158.259</c:v>
              </c:pt>
              <c:pt idx="1020">
                <c:v>113.031</c:v>
              </c:pt>
              <c:pt idx="1021">
                <c:v>251.764</c:v>
              </c:pt>
              <c:pt idx="1022">
                <c:v>255.738</c:v>
              </c:pt>
              <c:pt idx="1023">
                <c:v>254.786</c:v>
              </c:pt>
              <c:pt idx="1024">
                <c:v>240.91</c:v>
              </c:pt>
              <c:pt idx="1025">
                <c:v>217.729</c:v>
              </c:pt>
              <c:pt idx="1026">
                <c:v>233.651</c:v>
              </c:pt>
              <c:pt idx="1027">
                <c:v>79.405</c:v>
              </c:pt>
              <c:pt idx="1028">
                <c:v>129.371</c:v>
              </c:pt>
              <c:pt idx="1029">
                <c:v>46.188</c:v>
              </c:pt>
              <c:pt idx="1030">
                <c:v>210.314</c:v>
              </c:pt>
              <c:pt idx="1031">
                <c:v>181.028</c:v>
              </c:pt>
              <c:pt idx="1032">
                <c:v>135.428</c:v>
              </c:pt>
              <c:pt idx="1033">
                <c:v>147.094</c:v>
              </c:pt>
              <c:pt idx="1034">
                <c:v>173.917</c:v>
              </c:pt>
              <c:pt idx="1035">
                <c:v>64.805</c:v>
              </c:pt>
              <c:pt idx="1036">
                <c:v>86.135</c:v>
              </c:pt>
              <c:pt idx="1037">
                <c:v>103.551</c:v>
              </c:pt>
              <c:pt idx="1038">
                <c:v>50.729</c:v>
              </c:pt>
              <c:pt idx="1039">
                <c:v>214.601</c:v>
              </c:pt>
              <c:pt idx="1040">
                <c:v>101.998</c:v>
              </c:pt>
              <c:pt idx="1041">
                <c:v>243.779</c:v>
              </c:pt>
              <c:pt idx="1042">
                <c:v>193.533</c:v>
              </c:pt>
              <c:pt idx="1043">
                <c:v>251.189</c:v>
              </c:pt>
              <c:pt idx="1044">
                <c:v>217.765</c:v>
              </c:pt>
              <c:pt idx="1045">
                <c:v>263.316</c:v>
              </c:pt>
              <c:pt idx="1046">
                <c:v>230.509</c:v>
              </c:pt>
              <c:pt idx="1047">
                <c:v>187.84</c:v>
              </c:pt>
              <c:pt idx="1048">
                <c:v>101.264</c:v>
              </c:pt>
              <c:pt idx="1049">
                <c:v>232.574</c:v>
              </c:pt>
              <c:pt idx="1050">
                <c:v>154.243</c:v>
              </c:pt>
              <c:pt idx="1051">
                <c:v>168.4</c:v>
              </c:pt>
              <c:pt idx="1052">
                <c:v>200.668</c:v>
              </c:pt>
              <c:pt idx="1053">
                <c:v>234.208</c:v>
              </c:pt>
              <c:pt idx="1054">
                <c:v>146.096</c:v>
              </c:pt>
              <c:pt idx="1055">
                <c:v>215.214</c:v>
              </c:pt>
              <c:pt idx="1056">
                <c:v>171.008</c:v>
              </c:pt>
              <c:pt idx="1057">
                <c:v>116.605</c:v>
              </c:pt>
              <c:pt idx="1058">
                <c:v>264.624</c:v>
              </c:pt>
              <c:pt idx="1059">
                <c:v>240.95</c:v>
              </c:pt>
              <c:pt idx="1060">
                <c:v>259.736</c:v>
              </c:pt>
              <c:pt idx="1061">
                <c:v>195.716</c:v>
              </c:pt>
              <c:pt idx="1062">
                <c:v>250.802</c:v>
              </c:pt>
              <c:pt idx="1063">
                <c:v>87.618</c:v>
              </c:pt>
              <c:pt idx="1064">
                <c:v>60.212</c:v>
              </c:pt>
              <c:pt idx="1065">
                <c:v>189.96</c:v>
              </c:pt>
              <c:pt idx="1066">
                <c:v>184.289</c:v>
              </c:pt>
              <c:pt idx="1067">
                <c:v>211.285</c:v>
              </c:pt>
              <c:pt idx="1068">
                <c:v>112.995</c:v>
              </c:pt>
              <c:pt idx="1069">
                <c:v>108.092</c:v>
              </c:pt>
              <c:pt idx="1070">
                <c:v>129.301</c:v>
              </c:pt>
              <c:pt idx="1071">
                <c:v>256.291</c:v>
              </c:pt>
              <c:pt idx="1072">
                <c:v>104.521</c:v>
              </c:pt>
              <c:pt idx="1073">
                <c:v>111.549</c:v>
              </c:pt>
              <c:pt idx="1074">
                <c:v>247.763</c:v>
              </c:pt>
              <c:pt idx="1075">
                <c:v>49.965</c:v>
              </c:pt>
              <c:pt idx="1076">
                <c:v>231.785</c:v>
              </c:pt>
              <c:pt idx="1077">
                <c:v>263.351</c:v>
              </c:pt>
              <c:pt idx="1078">
                <c:v>152.119</c:v>
              </c:pt>
              <c:pt idx="1079">
                <c:v>162.969</c:v>
              </c:pt>
              <c:pt idx="1080">
                <c:v>97.509</c:v>
              </c:pt>
              <c:pt idx="1081">
                <c:v>62.156</c:v>
              </c:pt>
              <c:pt idx="1082">
                <c:v>147.58</c:v>
              </c:pt>
              <c:pt idx="1083">
                <c:v>161.247</c:v>
              </c:pt>
              <c:pt idx="1084">
                <c:v>115.468</c:v>
              </c:pt>
              <c:pt idx="1085">
                <c:v>215.966</c:v>
              </c:pt>
              <c:pt idx="1086">
                <c:v>197.039</c:v>
              </c:pt>
              <c:pt idx="1087">
                <c:v>43.306</c:v>
              </c:pt>
              <c:pt idx="1088">
                <c:v>218.384</c:v>
              </c:pt>
              <c:pt idx="1089">
                <c:v>146.489</c:v>
              </c:pt>
              <c:pt idx="1090">
                <c:v>47.441</c:v>
              </c:pt>
              <c:pt idx="1091">
                <c:v>159.049</c:v>
              </c:pt>
              <c:pt idx="1092">
                <c:v>84.535</c:v>
              </c:pt>
              <c:pt idx="1093">
                <c:v>74.238</c:v>
              </c:pt>
              <c:pt idx="1094">
                <c:v>160.208</c:v>
              </c:pt>
              <c:pt idx="1095">
                <c:v>230.277</c:v>
              </c:pt>
              <c:pt idx="1096">
                <c:v>258.907</c:v>
              </c:pt>
              <c:pt idx="1097">
                <c:v>100.066</c:v>
              </c:pt>
              <c:pt idx="1098">
                <c:v>80.973</c:v>
              </c:pt>
              <c:pt idx="1099">
                <c:v>113.811</c:v>
              </c:pt>
              <c:pt idx="1100">
                <c:v>102.631</c:v>
              </c:pt>
              <c:pt idx="1101">
                <c:v>55.241</c:v>
              </c:pt>
              <c:pt idx="1102">
                <c:v>173.539</c:v>
              </c:pt>
              <c:pt idx="1103">
                <c:v>210.007</c:v>
              </c:pt>
              <c:pt idx="1104">
                <c:v>185.404</c:v>
              </c:pt>
              <c:pt idx="1105">
                <c:v>81.635</c:v>
              </c:pt>
              <c:pt idx="1106">
                <c:v>192.719</c:v>
              </c:pt>
              <c:pt idx="1107">
                <c:v>255.165</c:v>
              </c:pt>
              <c:pt idx="1108">
                <c:v>107.52</c:v>
              </c:pt>
              <c:pt idx="1109">
                <c:v>68.596</c:v>
              </c:pt>
              <c:pt idx="1110">
                <c:v>57.044</c:v>
              </c:pt>
              <c:pt idx="1111">
                <c:v>54.939</c:v>
              </c:pt>
              <c:pt idx="1112">
                <c:v>241.013</c:v>
              </c:pt>
              <c:pt idx="1113">
                <c:v>254.889</c:v>
              </c:pt>
              <c:pt idx="1114">
                <c:v>191.623</c:v>
              </c:pt>
              <c:pt idx="1115">
                <c:v>183.342</c:v>
              </c:pt>
              <c:pt idx="1116">
                <c:v>224.758</c:v>
              </c:pt>
              <c:pt idx="1117">
                <c:v>195.395</c:v>
              </c:pt>
              <c:pt idx="1118">
                <c:v>165.625</c:v>
              </c:pt>
              <c:pt idx="1119">
                <c:v>188.736</c:v>
              </c:pt>
              <c:pt idx="1120">
                <c:v>250.107</c:v>
              </c:pt>
              <c:pt idx="1121">
                <c:v>162.518</c:v>
              </c:pt>
              <c:pt idx="1122">
                <c:v>248.72</c:v>
              </c:pt>
              <c:pt idx="1123">
                <c:v>46.634</c:v>
              </c:pt>
              <c:pt idx="1124">
                <c:v>262.045</c:v>
              </c:pt>
              <c:pt idx="1125">
                <c:v>75.895</c:v>
              </c:pt>
              <c:pt idx="1126">
                <c:v>240.787</c:v>
              </c:pt>
              <c:pt idx="1127">
                <c:v>66.23</c:v>
              </c:pt>
              <c:pt idx="1128">
                <c:v>167.423</c:v>
              </c:pt>
              <c:pt idx="1129">
                <c:v>127.285</c:v>
              </c:pt>
              <c:pt idx="1130">
                <c:v>227.076</c:v>
              </c:pt>
              <c:pt idx="1131">
                <c:v>106.607</c:v>
              </c:pt>
              <c:pt idx="1132">
                <c:v>262.174</c:v>
              </c:pt>
              <c:pt idx="1133">
                <c:v>99.199</c:v>
              </c:pt>
              <c:pt idx="1134">
                <c:v>142.883</c:v>
              </c:pt>
              <c:pt idx="1135">
                <c:v>241.077</c:v>
              </c:pt>
              <c:pt idx="1136">
                <c:v>194.191</c:v>
              </c:pt>
              <c:pt idx="1137">
                <c:v>200.4</c:v>
              </c:pt>
              <c:pt idx="1138">
                <c:v>47.389</c:v>
              </c:pt>
              <c:pt idx="1139">
                <c:v>168.318</c:v>
              </c:pt>
              <c:pt idx="1140">
                <c:v>204.931</c:v>
              </c:pt>
              <c:pt idx="1141">
                <c:v>62.371</c:v>
              </c:pt>
              <c:pt idx="1142">
                <c:v>64.873</c:v>
              </c:pt>
              <c:pt idx="1143">
                <c:v>134.688</c:v>
              </c:pt>
              <c:pt idx="1144">
                <c:v>221.777</c:v>
              </c:pt>
              <c:pt idx="1145">
                <c:v>178.501</c:v>
              </c:pt>
              <c:pt idx="1146">
                <c:v>41.542</c:v>
              </c:pt>
              <c:pt idx="1147">
                <c:v>196.885</c:v>
              </c:pt>
              <c:pt idx="1148">
                <c:v>155.191</c:v>
              </c:pt>
              <c:pt idx="1149">
                <c:v>166.767</c:v>
              </c:pt>
              <c:pt idx="1150">
                <c:v>55.765</c:v>
              </c:pt>
              <c:pt idx="1151">
                <c:v>237.617</c:v>
              </c:pt>
              <c:pt idx="1152">
                <c:v>167.553</c:v>
              </c:pt>
              <c:pt idx="1153">
                <c:v>108.899</c:v>
              </c:pt>
              <c:pt idx="1154">
                <c:v>234.42</c:v>
              </c:pt>
              <c:pt idx="1155">
                <c:v>83.689</c:v>
              </c:pt>
              <c:pt idx="1156">
                <c:v>59.553</c:v>
              </c:pt>
              <c:pt idx="1157">
                <c:v>131.024</c:v>
              </c:pt>
              <c:pt idx="1158">
                <c:v>198.233</c:v>
              </c:pt>
              <c:pt idx="1159">
                <c:v>168.011</c:v>
              </c:pt>
              <c:pt idx="1160">
                <c:v>230.369</c:v>
              </c:pt>
              <c:pt idx="1161">
                <c:v>179.962</c:v>
              </c:pt>
              <c:pt idx="1162">
                <c:v>152.866</c:v>
              </c:pt>
              <c:pt idx="1163">
                <c:v>104.812</c:v>
              </c:pt>
              <c:pt idx="1164">
                <c:v>262.547</c:v>
              </c:pt>
              <c:pt idx="1165">
                <c:v>107.346</c:v>
              </c:pt>
              <c:pt idx="1166">
                <c:v>67.519</c:v>
              </c:pt>
              <c:pt idx="1167">
                <c:v>230.015</c:v>
              </c:pt>
              <c:pt idx="1168">
                <c:v>165.242</c:v>
              </c:pt>
              <c:pt idx="1169">
                <c:v>61.6</c:v>
              </c:pt>
              <c:pt idx="1170">
                <c:v>148.852</c:v>
              </c:pt>
              <c:pt idx="1171">
                <c:v>145.575</c:v>
              </c:pt>
              <c:pt idx="1172">
                <c:v>65.846</c:v>
              </c:pt>
              <c:pt idx="1173">
                <c:v>219.804</c:v>
              </c:pt>
              <c:pt idx="1174">
                <c:v>188.744</c:v>
              </c:pt>
              <c:pt idx="1175">
                <c:v>217.717</c:v>
              </c:pt>
              <c:pt idx="1176">
                <c:v>247.952</c:v>
              </c:pt>
              <c:pt idx="1177">
                <c:v>105.086</c:v>
              </c:pt>
              <c:pt idx="1178">
                <c:v>212.555</c:v>
              </c:pt>
              <c:pt idx="1179">
                <c:v>240.127</c:v>
              </c:pt>
              <c:pt idx="1180">
                <c:v>247.369</c:v>
              </c:pt>
              <c:pt idx="1181">
                <c:v>195.137</c:v>
              </c:pt>
              <c:pt idx="1182">
                <c:v>211.276</c:v>
              </c:pt>
              <c:pt idx="1183">
                <c:v>191.399</c:v>
              </c:pt>
              <c:pt idx="1184">
                <c:v>70.363</c:v>
              </c:pt>
              <c:pt idx="1185">
                <c:v>257.537</c:v>
              </c:pt>
              <c:pt idx="1186">
                <c:v>246.096</c:v>
              </c:pt>
              <c:pt idx="1187">
                <c:v>215.558</c:v>
              </c:pt>
              <c:pt idx="1188">
                <c:v>80.097</c:v>
              </c:pt>
              <c:pt idx="1189">
                <c:v>239.601</c:v>
              </c:pt>
              <c:pt idx="1190">
                <c:v>73.018</c:v>
              </c:pt>
              <c:pt idx="1191">
                <c:v>123.595</c:v>
              </c:pt>
              <c:pt idx="1192">
                <c:v>160.79</c:v>
              </c:pt>
              <c:pt idx="1193">
                <c:v>247.02</c:v>
              </c:pt>
              <c:pt idx="1194">
                <c:v>108.276</c:v>
              </c:pt>
              <c:pt idx="1195">
                <c:v>95.842</c:v>
              </c:pt>
              <c:pt idx="1196">
                <c:v>112.435</c:v>
              </c:pt>
              <c:pt idx="1197">
                <c:v>93.896</c:v>
              </c:pt>
              <c:pt idx="1198">
                <c:v>99.688</c:v>
              </c:pt>
              <c:pt idx="1199">
                <c:v>149.509</c:v>
              </c:pt>
              <c:pt idx="1200">
                <c:v>262.851</c:v>
              </c:pt>
              <c:pt idx="1201">
                <c:v>252.042</c:v>
              </c:pt>
              <c:pt idx="1202">
                <c:v>162.075</c:v>
              </c:pt>
              <c:pt idx="1203">
                <c:v>67.876</c:v>
              </c:pt>
              <c:pt idx="1204">
                <c:v>65.885</c:v>
              </c:pt>
              <c:pt idx="1205">
                <c:v>101.665</c:v>
              </c:pt>
              <c:pt idx="1206">
                <c:v>108.957</c:v>
              </c:pt>
              <c:pt idx="1207">
                <c:v>131.784</c:v>
              </c:pt>
              <c:pt idx="1208">
                <c:v>144.899</c:v>
              </c:pt>
              <c:pt idx="1209">
                <c:v>229.146</c:v>
              </c:pt>
              <c:pt idx="1210">
                <c:v>193.619</c:v>
              </c:pt>
              <c:pt idx="1211">
                <c:v>143.169</c:v>
              </c:pt>
              <c:pt idx="1212">
                <c:v>73.816</c:v>
              </c:pt>
              <c:pt idx="1213">
                <c:v>107.25</c:v>
              </c:pt>
              <c:pt idx="1214">
                <c:v>185.678</c:v>
              </c:pt>
              <c:pt idx="1215">
                <c:v>166.934</c:v>
              </c:pt>
              <c:pt idx="1216">
                <c:v>152.727</c:v>
              </c:pt>
              <c:pt idx="1217">
                <c:v>219.426</c:v>
              </c:pt>
              <c:pt idx="1218">
                <c:v>232.536</c:v>
              </c:pt>
              <c:pt idx="1219">
                <c:v>123.038</c:v>
              </c:pt>
              <c:pt idx="1220">
                <c:v>143.489</c:v>
              </c:pt>
              <c:pt idx="1221">
                <c:v>47.641</c:v>
              </c:pt>
              <c:pt idx="1222">
                <c:v>148.555</c:v>
              </c:pt>
              <c:pt idx="1223">
                <c:v>255.196</c:v>
              </c:pt>
              <c:pt idx="1224">
                <c:v>133.044</c:v>
              </c:pt>
              <c:pt idx="1225">
                <c:v>245.212</c:v>
              </c:pt>
              <c:pt idx="1226">
                <c:v>47.627</c:v>
              </c:pt>
              <c:pt idx="1227">
                <c:v>236.576</c:v>
              </c:pt>
              <c:pt idx="1228">
                <c:v>85.139</c:v>
              </c:pt>
              <c:pt idx="1229">
                <c:v>233.734</c:v>
              </c:pt>
              <c:pt idx="1230">
                <c:v>149.607</c:v>
              </c:pt>
              <c:pt idx="1231">
                <c:v>180.596</c:v>
              </c:pt>
              <c:pt idx="1232">
                <c:v>242.869</c:v>
              </c:pt>
              <c:pt idx="1233">
                <c:v>80.232</c:v>
              </c:pt>
              <c:pt idx="1234">
                <c:v>51.996</c:v>
              </c:pt>
              <c:pt idx="1235">
                <c:v>261.353</c:v>
              </c:pt>
              <c:pt idx="1236">
                <c:v>63.704</c:v>
              </c:pt>
              <c:pt idx="1237">
                <c:v>172.654</c:v>
              </c:pt>
              <c:pt idx="1238">
                <c:v>241.644</c:v>
              </c:pt>
              <c:pt idx="1239">
                <c:v>204.283</c:v>
              </c:pt>
              <c:pt idx="1240">
                <c:v>205.279</c:v>
              </c:pt>
              <c:pt idx="1241">
                <c:v>63.682</c:v>
              </c:pt>
              <c:pt idx="1242">
                <c:v>155.682</c:v>
              </c:pt>
              <c:pt idx="1243">
                <c:v>249.68</c:v>
              </c:pt>
              <c:pt idx="1244">
                <c:v>138.435</c:v>
              </c:pt>
              <c:pt idx="1245">
                <c:v>84.117</c:v>
              </c:pt>
              <c:pt idx="1246">
                <c:v>181.632</c:v>
              </c:pt>
              <c:pt idx="1247">
                <c:v>110.596</c:v>
              </c:pt>
              <c:pt idx="1248">
                <c:v>150.15</c:v>
              </c:pt>
              <c:pt idx="1249">
                <c:v>256.14</c:v>
              </c:pt>
              <c:pt idx="1250">
                <c:v>258.898</c:v>
              </c:pt>
              <c:pt idx="1251">
                <c:v>86.609</c:v>
              </c:pt>
              <c:pt idx="1252">
                <c:v>75.463</c:v>
              </c:pt>
              <c:pt idx="1253">
                <c:v>49.267</c:v>
              </c:pt>
              <c:pt idx="1254">
                <c:v>235.684</c:v>
              </c:pt>
              <c:pt idx="1255">
                <c:v>65.395</c:v>
              </c:pt>
              <c:pt idx="1256">
                <c:v>68.309</c:v>
              </c:pt>
              <c:pt idx="1257">
                <c:v>69.931</c:v>
              </c:pt>
              <c:pt idx="1258">
                <c:v>68.948</c:v>
              </c:pt>
              <c:pt idx="1259">
                <c:v>69.979</c:v>
              </c:pt>
              <c:pt idx="1260">
                <c:v>41.731</c:v>
              </c:pt>
              <c:pt idx="1261">
                <c:v>39.46</c:v>
              </c:pt>
              <c:pt idx="1262">
                <c:v>134.372</c:v>
              </c:pt>
              <c:pt idx="1263">
                <c:v>177.066</c:v>
              </c:pt>
              <c:pt idx="1264">
                <c:v>263.849</c:v>
              </c:pt>
              <c:pt idx="1265">
                <c:v>74.083</c:v>
              </c:pt>
              <c:pt idx="1266">
                <c:v>109.14</c:v>
              </c:pt>
              <c:pt idx="1267">
                <c:v>214.362</c:v>
              </c:pt>
              <c:pt idx="1268">
                <c:v>78.071</c:v>
              </c:pt>
              <c:pt idx="1269">
                <c:v>192.559</c:v>
              </c:pt>
              <c:pt idx="1270">
                <c:v>204.775</c:v>
              </c:pt>
              <c:pt idx="1271">
                <c:v>227.68</c:v>
              </c:pt>
              <c:pt idx="1272">
                <c:v>82.198</c:v>
              </c:pt>
              <c:pt idx="1273">
                <c:v>180.63</c:v>
              </c:pt>
              <c:pt idx="1274">
                <c:v>35.94</c:v>
              </c:pt>
              <c:pt idx="1275">
                <c:v>91.096</c:v>
              </c:pt>
              <c:pt idx="1276">
                <c:v>219.471</c:v>
              </c:pt>
              <c:pt idx="1277">
                <c:v>96.853</c:v>
              </c:pt>
              <c:pt idx="1278">
                <c:v>101.543</c:v>
              </c:pt>
              <c:pt idx="1279">
                <c:v>214.257</c:v>
              </c:pt>
              <c:pt idx="1280">
                <c:v>194.294</c:v>
              </c:pt>
              <c:pt idx="1281">
                <c:v>83.891</c:v>
              </c:pt>
              <c:pt idx="1282">
                <c:v>164.151</c:v>
              </c:pt>
              <c:pt idx="1283">
                <c:v>260.153</c:v>
              </c:pt>
              <c:pt idx="1284">
                <c:v>203.589</c:v>
              </c:pt>
              <c:pt idx="1285">
                <c:v>251.657</c:v>
              </c:pt>
              <c:pt idx="1286">
                <c:v>179.34</c:v>
              </c:pt>
              <c:pt idx="1287">
                <c:v>236.024</c:v>
              </c:pt>
              <c:pt idx="1288">
                <c:v>93.734</c:v>
              </c:pt>
              <c:pt idx="1289">
                <c:v>108.734</c:v>
              </c:pt>
              <c:pt idx="1290">
                <c:v>150.861</c:v>
              </c:pt>
              <c:pt idx="1291">
                <c:v>223.151</c:v>
              </c:pt>
              <c:pt idx="1292">
                <c:v>251.095</c:v>
              </c:pt>
              <c:pt idx="1293">
                <c:v>149.549</c:v>
              </c:pt>
              <c:pt idx="1294">
                <c:v>90.772</c:v>
              </c:pt>
              <c:pt idx="1295">
                <c:v>230.018</c:v>
              </c:pt>
              <c:pt idx="1296">
                <c:v>64.465</c:v>
              </c:pt>
              <c:pt idx="1297">
                <c:v>145.79</c:v>
              </c:pt>
              <c:pt idx="1298">
                <c:v>248.487</c:v>
              </c:pt>
              <c:pt idx="1299">
                <c:v>50.743</c:v>
              </c:pt>
              <c:pt idx="1300">
                <c:v>233.265</c:v>
              </c:pt>
              <c:pt idx="1301">
                <c:v>162.049</c:v>
              </c:pt>
              <c:pt idx="1302">
                <c:v>198.745</c:v>
              </c:pt>
              <c:pt idx="1303">
                <c:v>42.87</c:v>
              </c:pt>
              <c:pt idx="1304">
                <c:v>54.87</c:v>
              </c:pt>
              <c:pt idx="1305">
                <c:v>105.219</c:v>
              </c:pt>
              <c:pt idx="1306">
                <c:v>130.683</c:v>
              </c:pt>
              <c:pt idx="1307">
                <c:v>234.03</c:v>
              </c:pt>
              <c:pt idx="1308">
                <c:v>59.908</c:v>
              </c:pt>
              <c:pt idx="1309">
                <c:v>211.961</c:v>
              </c:pt>
              <c:pt idx="1310">
                <c:v>203.065</c:v>
              </c:pt>
              <c:pt idx="1311">
                <c:v>116.858</c:v>
              </c:pt>
              <c:pt idx="1312">
                <c:v>88.753</c:v>
              </c:pt>
              <c:pt idx="1313">
                <c:v>224.428</c:v>
              </c:pt>
              <c:pt idx="1314">
                <c:v>175.742</c:v>
              </c:pt>
              <c:pt idx="1315">
                <c:v>214.805</c:v>
              </c:pt>
              <c:pt idx="1316">
                <c:v>240.055</c:v>
              </c:pt>
              <c:pt idx="1317">
                <c:v>210.151</c:v>
              </c:pt>
              <c:pt idx="1318">
                <c:v>169.837</c:v>
              </c:pt>
              <c:pt idx="1319">
                <c:v>130.149</c:v>
              </c:pt>
              <c:pt idx="1320">
                <c:v>216.502</c:v>
              </c:pt>
              <c:pt idx="1321">
                <c:v>124.961</c:v>
              </c:pt>
              <c:pt idx="1322">
                <c:v>137.311</c:v>
              </c:pt>
              <c:pt idx="1323">
                <c:v>62.942</c:v>
              </c:pt>
              <c:pt idx="1324">
                <c:v>246.254</c:v>
              </c:pt>
              <c:pt idx="1325">
                <c:v>56.311</c:v>
              </c:pt>
              <c:pt idx="1326">
                <c:v>121.038</c:v>
              </c:pt>
              <c:pt idx="1327">
                <c:v>48.006</c:v>
              </c:pt>
              <c:pt idx="1328">
                <c:v>170.076</c:v>
              </c:pt>
              <c:pt idx="1329">
                <c:v>231.152</c:v>
              </c:pt>
              <c:pt idx="1330">
                <c:v>218.48</c:v>
              </c:pt>
              <c:pt idx="1331">
                <c:v>99.506</c:v>
              </c:pt>
              <c:pt idx="1332">
                <c:v>56.112</c:v>
              </c:pt>
              <c:pt idx="1333">
                <c:v>217.767</c:v>
              </c:pt>
              <c:pt idx="1334">
                <c:v>191.294</c:v>
              </c:pt>
              <c:pt idx="1335">
                <c:v>63.805</c:v>
              </c:pt>
              <c:pt idx="1336">
                <c:v>222.463</c:v>
              </c:pt>
              <c:pt idx="1337">
                <c:v>229.581</c:v>
              </c:pt>
              <c:pt idx="1338">
                <c:v>261.746</c:v>
              </c:pt>
              <c:pt idx="1339">
                <c:v>141.137</c:v>
              </c:pt>
              <c:pt idx="1340">
                <c:v>159.885</c:v>
              </c:pt>
              <c:pt idx="1341">
                <c:v>113.067</c:v>
              </c:pt>
              <c:pt idx="1342">
                <c:v>90.145</c:v>
              </c:pt>
              <c:pt idx="1343">
                <c:v>234.11</c:v>
              </c:pt>
              <c:pt idx="1344">
                <c:v>88.82</c:v>
              </c:pt>
              <c:pt idx="1345">
                <c:v>152.627</c:v>
              </c:pt>
              <c:pt idx="1346">
                <c:v>165.788</c:v>
              </c:pt>
              <c:pt idx="1347">
                <c:v>63.405</c:v>
              </c:pt>
              <c:pt idx="1348">
                <c:v>238.59</c:v>
              </c:pt>
              <c:pt idx="1349">
                <c:v>205.97</c:v>
              </c:pt>
              <c:pt idx="1350">
                <c:v>133.673</c:v>
              </c:pt>
              <c:pt idx="1351">
                <c:v>187.116</c:v>
              </c:pt>
              <c:pt idx="1352">
                <c:v>40.294</c:v>
              </c:pt>
              <c:pt idx="1353">
                <c:v>131.186</c:v>
              </c:pt>
              <c:pt idx="1354">
                <c:v>200.817</c:v>
              </c:pt>
              <c:pt idx="1355">
                <c:v>139.409</c:v>
              </c:pt>
              <c:pt idx="1356">
                <c:v>149.434</c:v>
              </c:pt>
              <c:pt idx="1357">
                <c:v>109.565</c:v>
              </c:pt>
              <c:pt idx="1358">
                <c:v>223.534</c:v>
              </c:pt>
              <c:pt idx="1359">
                <c:v>235.946</c:v>
              </c:pt>
              <c:pt idx="1360">
                <c:v>201.564</c:v>
              </c:pt>
              <c:pt idx="1361">
                <c:v>138.081</c:v>
              </c:pt>
              <c:pt idx="1362">
                <c:v>203.805</c:v>
              </c:pt>
              <c:pt idx="1363">
                <c:v>127.107</c:v>
              </c:pt>
              <c:pt idx="1364">
                <c:v>82.756</c:v>
              </c:pt>
              <c:pt idx="1365">
                <c:v>188.253</c:v>
              </c:pt>
              <c:pt idx="1366">
                <c:v>212.464</c:v>
              </c:pt>
              <c:pt idx="1367">
                <c:v>263.489</c:v>
              </c:pt>
              <c:pt idx="1368">
                <c:v>73.157</c:v>
              </c:pt>
              <c:pt idx="1369">
                <c:v>230.028</c:v>
              </c:pt>
              <c:pt idx="1370">
                <c:v>154.434</c:v>
              </c:pt>
              <c:pt idx="1371">
                <c:v>213.523</c:v>
              </c:pt>
              <c:pt idx="1372">
                <c:v>201.875</c:v>
              </c:pt>
              <c:pt idx="1373">
                <c:v>237.206</c:v>
              </c:pt>
              <c:pt idx="1374">
                <c:v>246.607</c:v>
              </c:pt>
              <c:pt idx="1375">
                <c:v>196.761</c:v>
              </c:pt>
              <c:pt idx="1376">
                <c:v>67.732</c:v>
              </c:pt>
              <c:pt idx="1377">
                <c:v>158.107</c:v>
              </c:pt>
              <c:pt idx="1378">
                <c:v>43.248</c:v>
              </c:pt>
              <c:pt idx="1379">
                <c:v>110.767</c:v>
              </c:pt>
              <c:pt idx="1380">
                <c:v>74.739</c:v>
              </c:pt>
              <c:pt idx="1381">
                <c:v>154.081</c:v>
              </c:pt>
              <c:pt idx="1382">
                <c:v>244.815</c:v>
              </c:pt>
              <c:pt idx="1383">
                <c:v>162.097</c:v>
              </c:pt>
              <c:pt idx="1384">
                <c:v>205.775</c:v>
              </c:pt>
              <c:pt idx="1385">
                <c:v>201.748</c:v>
              </c:pt>
              <c:pt idx="1386">
                <c:v>84.516</c:v>
              </c:pt>
              <c:pt idx="1387">
                <c:v>183.007</c:v>
              </c:pt>
              <c:pt idx="1388">
                <c:v>62.686</c:v>
              </c:pt>
              <c:pt idx="1389">
                <c:v>148</c:v>
              </c:pt>
              <c:pt idx="1390">
                <c:v>179.449</c:v>
              </c:pt>
              <c:pt idx="1391">
                <c:v>45.156</c:v>
              </c:pt>
              <c:pt idx="1392">
                <c:v>93.423</c:v>
              </c:pt>
              <c:pt idx="1393">
                <c:v>262.129</c:v>
              </c:pt>
              <c:pt idx="1394">
                <c:v>83.567</c:v>
              </c:pt>
              <c:pt idx="1395">
                <c:v>77.143</c:v>
              </c:pt>
              <c:pt idx="1396">
                <c:v>224.664</c:v>
              </c:pt>
              <c:pt idx="1397">
                <c:v>46.28</c:v>
              </c:pt>
              <c:pt idx="1398">
                <c:v>133.906</c:v>
              </c:pt>
              <c:pt idx="1399">
                <c:v>226.321</c:v>
              </c:pt>
              <c:pt idx="1400">
                <c:v>179.378</c:v>
              </c:pt>
              <c:pt idx="1401">
                <c:v>248.306</c:v>
              </c:pt>
              <c:pt idx="1402">
                <c:v>236.657</c:v>
              </c:pt>
              <c:pt idx="1403">
                <c:v>214.468</c:v>
              </c:pt>
              <c:pt idx="1404">
                <c:v>103.304</c:v>
              </c:pt>
              <c:pt idx="1405">
                <c:v>214.164</c:v>
              </c:pt>
              <c:pt idx="1406">
                <c:v>198.402</c:v>
              </c:pt>
              <c:pt idx="1407">
                <c:v>210.357</c:v>
              </c:pt>
              <c:pt idx="1408">
                <c:v>241.092</c:v>
              </c:pt>
              <c:pt idx="1409">
                <c:v>150.938</c:v>
              </c:pt>
              <c:pt idx="1410">
                <c:v>226.862</c:v>
              </c:pt>
              <c:pt idx="1411">
                <c:v>232.336</c:v>
              </c:pt>
              <c:pt idx="1412">
                <c:v>163.787</c:v>
              </c:pt>
              <c:pt idx="1413">
                <c:v>195.062</c:v>
              </c:pt>
              <c:pt idx="1414">
                <c:v>196.264</c:v>
              </c:pt>
              <c:pt idx="1415">
                <c:v>113.304</c:v>
              </c:pt>
              <c:pt idx="1416">
                <c:v>116.364</c:v>
              </c:pt>
              <c:pt idx="1417">
                <c:v>154.363</c:v>
              </c:pt>
              <c:pt idx="1418">
                <c:v>135.27</c:v>
              </c:pt>
              <c:pt idx="1419">
                <c:v>244.115</c:v>
              </c:pt>
              <c:pt idx="1420">
                <c:v>126.29</c:v>
              </c:pt>
              <c:pt idx="1421">
                <c:v>256.937</c:v>
              </c:pt>
              <c:pt idx="1422">
                <c:v>170.821</c:v>
              </c:pt>
              <c:pt idx="1423">
                <c:v>120.201</c:v>
              </c:pt>
              <c:pt idx="1424">
                <c:v>55.999</c:v>
              </c:pt>
              <c:pt idx="1425">
                <c:v>107.08</c:v>
              </c:pt>
              <c:pt idx="1426">
                <c:v>147.994</c:v>
              </c:pt>
              <c:pt idx="1427">
                <c:v>205.103</c:v>
              </c:pt>
              <c:pt idx="1428">
                <c:v>42.18</c:v>
              </c:pt>
              <c:pt idx="1429">
                <c:v>167.211</c:v>
              </c:pt>
              <c:pt idx="1430">
                <c:v>150.171</c:v>
              </c:pt>
              <c:pt idx="1431">
                <c:v>51.229</c:v>
              </c:pt>
              <c:pt idx="1432">
                <c:v>260.495</c:v>
              </c:pt>
              <c:pt idx="1433">
                <c:v>151.268</c:v>
              </c:pt>
              <c:pt idx="1434">
                <c:v>46.598</c:v>
              </c:pt>
              <c:pt idx="1435">
                <c:v>56.028</c:v>
              </c:pt>
              <c:pt idx="1436">
                <c:v>109.794</c:v>
              </c:pt>
              <c:pt idx="1437">
                <c:v>41.465</c:v>
              </c:pt>
              <c:pt idx="1438">
                <c:v>35.662</c:v>
              </c:pt>
              <c:pt idx="1439">
                <c:v>225.971</c:v>
              </c:pt>
              <c:pt idx="1440">
                <c:v>245.769</c:v>
              </c:pt>
              <c:pt idx="1441">
                <c:v>227.134</c:v>
              </c:pt>
              <c:pt idx="1442">
                <c:v>223.732</c:v>
              </c:pt>
              <c:pt idx="1443">
                <c:v>194.836</c:v>
              </c:pt>
              <c:pt idx="1444">
                <c:v>66.983</c:v>
              </c:pt>
              <c:pt idx="1445">
                <c:v>198.397</c:v>
              </c:pt>
              <c:pt idx="1446">
                <c:v>97.037</c:v>
              </c:pt>
              <c:pt idx="1447">
                <c:v>254.927</c:v>
              </c:pt>
              <c:pt idx="1448">
                <c:v>107.77</c:v>
              </c:pt>
              <c:pt idx="1449">
                <c:v>213.123</c:v>
              </c:pt>
              <c:pt idx="1450">
                <c:v>207.087</c:v>
              </c:pt>
              <c:pt idx="1451">
                <c:v>175.284</c:v>
              </c:pt>
              <c:pt idx="1452">
                <c:v>76.43</c:v>
              </c:pt>
              <c:pt idx="1453">
                <c:v>104.243</c:v>
              </c:pt>
              <c:pt idx="1454">
                <c:v>131.562</c:v>
              </c:pt>
              <c:pt idx="1455">
                <c:v>233.164</c:v>
              </c:pt>
              <c:pt idx="1456">
                <c:v>217.018</c:v>
              </c:pt>
              <c:pt idx="1457">
                <c:v>52.633</c:v>
              </c:pt>
              <c:pt idx="1458">
                <c:v>212.885</c:v>
              </c:pt>
              <c:pt idx="1459">
                <c:v>121.141</c:v>
              </c:pt>
              <c:pt idx="1460">
                <c:v>142.196</c:v>
              </c:pt>
              <c:pt idx="1461">
                <c:v>50.415</c:v>
              </c:pt>
              <c:pt idx="1462">
                <c:v>211.092</c:v>
              </c:pt>
              <c:pt idx="1463">
                <c:v>233.02</c:v>
              </c:pt>
              <c:pt idx="1464">
                <c:v>135.13</c:v>
              </c:pt>
              <c:pt idx="1465">
                <c:v>195.633</c:v>
              </c:pt>
              <c:pt idx="1466">
                <c:v>50.099</c:v>
              </c:pt>
              <c:pt idx="1467">
                <c:v>162.032</c:v>
              </c:pt>
              <c:pt idx="1468">
                <c:v>244.836</c:v>
              </c:pt>
              <c:pt idx="1469">
                <c:v>88.457</c:v>
              </c:pt>
              <c:pt idx="1470">
                <c:v>179.018</c:v>
              </c:pt>
              <c:pt idx="1471">
                <c:v>153.946</c:v>
              </c:pt>
              <c:pt idx="1472">
                <c:v>87.272</c:v>
              </c:pt>
              <c:pt idx="1473">
                <c:v>128.132</c:v>
              </c:pt>
              <c:pt idx="1474">
                <c:v>105.206</c:v>
              </c:pt>
              <c:pt idx="1475">
                <c:v>240.806</c:v>
              </c:pt>
              <c:pt idx="1476">
                <c:v>81.389</c:v>
              </c:pt>
              <c:pt idx="1477">
                <c:v>55.601</c:v>
              </c:pt>
              <c:pt idx="1478">
                <c:v>62.262</c:v>
              </c:pt>
              <c:pt idx="1479">
                <c:v>255.069</c:v>
              </c:pt>
              <c:pt idx="1480">
                <c:v>45.989</c:v>
              </c:pt>
              <c:pt idx="1481">
                <c:v>107.355</c:v>
              </c:pt>
              <c:pt idx="1482">
                <c:v>213.072</c:v>
              </c:pt>
              <c:pt idx="1483">
                <c:v>181.287</c:v>
              </c:pt>
              <c:pt idx="1484">
                <c:v>181.581</c:v>
              </c:pt>
              <c:pt idx="1485">
                <c:v>127.624</c:v>
              </c:pt>
              <c:pt idx="1486">
                <c:v>212.215</c:v>
              </c:pt>
              <c:pt idx="1487">
                <c:v>148.496</c:v>
              </c:pt>
              <c:pt idx="1488">
                <c:v>223.483</c:v>
              </c:pt>
              <c:pt idx="1489">
                <c:v>92.176</c:v>
              </c:pt>
              <c:pt idx="1490">
                <c:v>256.674</c:v>
              </c:pt>
              <c:pt idx="1491">
                <c:v>113.695</c:v>
              </c:pt>
              <c:pt idx="1492">
                <c:v>170.22</c:v>
              </c:pt>
              <c:pt idx="1493">
                <c:v>142.394</c:v>
              </c:pt>
              <c:pt idx="1494">
                <c:v>211.283</c:v>
              </c:pt>
              <c:pt idx="1495">
                <c:v>185.291</c:v>
              </c:pt>
              <c:pt idx="1496">
                <c:v>79.136</c:v>
              </c:pt>
              <c:pt idx="1497">
                <c:v>44.857</c:v>
              </c:pt>
              <c:pt idx="1498">
                <c:v>129.53</c:v>
              </c:pt>
              <c:pt idx="1499">
                <c:v>231.556</c:v>
              </c:pt>
              <c:pt idx="1500">
                <c:v>35.447</c:v>
              </c:pt>
              <c:pt idx="1501">
                <c:v>70.705</c:v>
              </c:pt>
              <c:pt idx="1502">
                <c:v>251.448</c:v>
              </c:pt>
              <c:pt idx="1503">
                <c:v>125.409</c:v>
              </c:pt>
              <c:pt idx="1504">
                <c:v>91.043</c:v>
              </c:pt>
              <c:pt idx="1505">
                <c:v>93.706</c:v>
              </c:pt>
              <c:pt idx="1506">
                <c:v>220.908</c:v>
              </c:pt>
              <c:pt idx="1507">
                <c:v>97.789</c:v>
              </c:pt>
              <c:pt idx="1508">
                <c:v>157.49</c:v>
              </c:pt>
              <c:pt idx="1509">
                <c:v>58.889</c:v>
              </c:pt>
              <c:pt idx="1510">
                <c:v>252.306</c:v>
              </c:pt>
              <c:pt idx="1511">
                <c:v>41.913</c:v>
              </c:pt>
              <c:pt idx="1512">
                <c:v>154.823</c:v>
              </c:pt>
              <c:pt idx="1513">
                <c:v>57.788</c:v>
              </c:pt>
              <c:pt idx="1514">
                <c:v>225.714</c:v>
              </c:pt>
              <c:pt idx="1515">
                <c:v>112.128</c:v>
              </c:pt>
              <c:pt idx="1516">
                <c:v>85.732</c:v>
              </c:pt>
              <c:pt idx="1517">
                <c:v>57.05</c:v>
              </c:pt>
              <c:pt idx="1518">
                <c:v>54.802</c:v>
              </c:pt>
              <c:pt idx="1519">
                <c:v>72.948</c:v>
              </c:pt>
              <c:pt idx="1520">
                <c:v>60.559</c:v>
              </c:pt>
              <c:pt idx="1521">
                <c:v>121.681</c:v>
              </c:pt>
              <c:pt idx="1522">
                <c:v>256.197</c:v>
              </c:pt>
              <c:pt idx="1523">
                <c:v>119.461</c:v>
              </c:pt>
              <c:pt idx="1524">
                <c:v>236.257</c:v>
              </c:pt>
              <c:pt idx="1525">
                <c:v>245.459</c:v>
              </c:pt>
              <c:pt idx="1526">
                <c:v>163.899</c:v>
              </c:pt>
              <c:pt idx="1527">
                <c:v>174.867</c:v>
              </c:pt>
              <c:pt idx="1528">
                <c:v>175.313</c:v>
              </c:pt>
              <c:pt idx="1529">
                <c:v>178.148</c:v>
              </c:pt>
              <c:pt idx="1530">
                <c:v>89.748</c:v>
              </c:pt>
              <c:pt idx="1531">
                <c:v>211.228</c:v>
              </c:pt>
              <c:pt idx="1532">
                <c:v>233.697</c:v>
              </c:pt>
              <c:pt idx="1533">
                <c:v>247.148</c:v>
              </c:pt>
              <c:pt idx="1534">
                <c:v>125.373</c:v>
              </c:pt>
              <c:pt idx="1535">
                <c:v>251.06</c:v>
              </c:pt>
              <c:pt idx="1536">
                <c:v>196.625</c:v>
              </c:pt>
              <c:pt idx="1537">
                <c:v>65.901</c:v>
              </c:pt>
              <c:pt idx="1538">
                <c:v>58.993</c:v>
              </c:pt>
              <c:pt idx="1539">
                <c:v>243.995</c:v>
              </c:pt>
              <c:pt idx="1540">
                <c:v>201.581</c:v>
              </c:pt>
              <c:pt idx="1541">
                <c:v>191.665</c:v>
              </c:pt>
              <c:pt idx="1542">
                <c:v>147.135</c:v>
              </c:pt>
              <c:pt idx="1543">
                <c:v>67.225</c:v>
              </c:pt>
              <c:pt idx="1544">
                <c:v>262.836</c:v>
              </c:pt>
              <c:pt idx="1545">
                <c:v>110.393</c:v>
              </c:pt>
              <c:pt idx="1546">
                <c:v>252.422</c:v>
              </c:pt>
              <c:pt idx="1547">
                <c:v>66.984</c:v>
              </c:pt>
              <c:pt idx="1548">
                <c:v>256.751</c:v>
              </c:pt>
              <c:pt idx="1549">
                <c:v>182.283</c:v>
              </c:pt>
              <c:pt idx="1550">
                <c:v>218.877</c:v>
              </c:pt>
              <c:pt idx="1551">
                <c:v>88.857</c:v>
              </c:pt>
              <c:pt idx="1552">
                <c:v>149.783</c:v>
              </c:pt>
              <c:pt idx="1553">
                <c:v>222.374</c:v>
              </c:pt>
              <c:pt idx="1554">
                <c:v>101.35</c:v>
              </c:pt>
              <c:pt idx="1555">
                <c:v>84.375</c:v>
              </c:pt>
              <c:pt idx="1556">
                <c:v>64.961</c:v>
              </c:pt>
              <c:pt idx="1557">
                <c:v>71.842</c:v>
              </c:pt>
              <c:pt idx="1558">
                <c:v>51.533</c:v>
              </c:pt>
              <c:pt idx="1559">
                <c:v>113.05</c:v>
              </c:pt>
              <c:pt idx="1560">
                <c:v>208.134</c:v>
              </c:pt>
              <c:pt idx="1561">
                <c:v>215.425</c:v>
              </c:pt>
              <c:pt idx="1562">
                <c:v>80.214</c:v>
              </c:pt>
              <c:pt idx="1563">
                <c:v>49.531</c:v>
              </c:pt>
              <c:pt idx="1564">
                <c:v>124.869</c:v>
              </c:pt>
              <c:pt idx="1565">
                <c:v>55.594</c:v>
              </c:pt>
              <c:pt idx="1566">
                <c:v>227.157</c:v>
              </c:pt>
              <c:pt idx="1567">
                <c:v>114.544</c:v>
              </c:pt>
              <c:pt idx="1568">
                <c:v>141.136</c:v>
              </c:pt>
              <c:pt idx="1569">
                <c:v>259.252</c:v>
              </c:pt>
              <c:pt idx="1570">
                <c:v>95.725</c:v>
              </c:pt>
              <c:pt idx="1571">
                <c:v>259.185</c:v>
              </c:pt>
              <c:pt idx="1572">
                <c:v>99.837</c:v>
              </c:pt>
              <c:pt idx="1573">
                <c:v>263.995</c:v>
              </c:pt>
              <c:pt idx="1574">
                <c:v>258.33</c:v>
              </c:pt>
              <c:pt idx="1575">
                <c:v>161.458</c:v>
              </c:pt>
              <c:pt idx="1576">
                <c:v>162.241</c:v>
              </c:pt>
              <c:pt idx="1577">
                <c:v>36.243</c:v>
              </c:pt>
              <c:pt idx="1578">
                <c:v>108.818</c:v>
              </c:pt>
              <c:pt idx="1579">
                <c:v>215.228</c:v>
              </c:pt>
              <c:pt idx="1580">
                <c:v>54.204</c:v>
              </c:pt>
              <c:pt idx="1581">
                <c:v>231.505</c:v>
              </c:pt>
              <c:pt idx="1582">
                <c:v>114.931</c:v>
              </c:pt>
              <c:pt idx="1583">
                <c:v>238.824</c:v>
              </c:pt>
              <c:pt idx="1584">
                <c:v>243.31</c:v>
              </c:pt>
              <c:pt idx="1585">
                <c:v>105.017</c:v>
              </c:pt>
              <c:pt idx="1586">
                <c:v>206.393</c:v>
              </c:pt>
              <c:pt idx="1587">
                <c:v>65.391</c:v>
              </c:pt>
              <c:pt idx="1588">
                <c:v>223.348</c:v>
              </c:pt>
              <c:pt idx="1589">
                <c:v>121.849</c:v>
              </c:pt>
              <c:pt idx="1590">
                <c:v>75.53</c:v>
              </c:pt>
              <c:pt idx="1591">
                <c:v>75.17</c:v>
              </c:pt>
              <c:pt idx="1592">
                <c:v>261.54</c:v>
              </c:pt>
              <c:pt idx="1593">
                <c:v>95.565</c:v>
              </c:pt>
              <c:pt idx="1594">
                <c:v>99.141</c:v>
              </c:pt>
              <c:pt idx="1595">
                <c:v>181.771</c:v>
              </c:pt>
              <c:pt idx="1596">
                <c:v>82.747</c:v>
              </c:pt>
              <c:pt idx="1597">
                <c:v>200.494</c:v>
              </c:pt>
              <c:pt idx="1598">
                <c:v>35.076</c:v>
              </c:pt>
              <c:pt idx="1599">
                <c:v>179.841</c:v>
              </c:pt>
              <c:pt idx="1600">
                <c:v>155.218</c:v>
              </c:pt>
              <c:pt idx="1601">
                <c:v>180.746</c:v>
              </c:pt>
              <c:pt idx="1602">
                <c:v>180.139</c:v>
              </c:pt>
              <c:pt idx="1603">
                <c:v>263.396</c:v>
              </c:pt>
              <c:pt idx="1604">
                <c:v>175.089</c:v>
              </c:pt>
              <c:pt idx="1605">
                <c:v>95.453</c:v>
              </c:pt>
              <c:pt idx="1606">
                <c:v>231.745</c:v>
              </c:pt>
              <c:pt idx="1607">
                <c:v>225.901</c:v>
              </c:pt>
              <c:pt idx="1608">
                <c:v>75.438</c:v>
              </c:pt>
              <c:pt idx="1609">
                <c:v>246.187</c:v>
              </c:pt>
              <c:pt idx="1610">
                <c:v>53.148</c:v>
              </c:pt>
              <c:pt idx="1611">
                <c:v>234.449</c:v>
              </c:pt>
              <c:pt idx="1612">
                <c:v>229.141</c:v>
              </c:pt>
              <c:pt idx="1613">
                <c:v>175.644</c:v>
              </c:pt>
              <c:pt idx="1614">
                <c:v>86.759</c:v>
              </c:pt>
              <c:pt idx="1615">
                <c:v>76.56</c:v>
              </c:pt>
              <c:pt idx="1616">
                <c:v>97</c:v>
              </c:pt>
              <c:pt idx="1617">
                <c:v>54.066</c:v>
              </c:pt>
              <c:pt idx="1618">
                <c:v>77.127</c:v>
              </c:pt>
              <c:pt idx="1619">
                <c:v>142.694</c:v>
              </c:pt>
              <c:pt idx="1620">
                <c:v>156.469</c:v>
              </c:pt>
              <c:pt idx="1621">
                <c:v>229.836</c:v>
              </c:pt>
              <c:pt idx="1622">
                <c:v>175.586</c:v>
              </c:pt>
              <c:pt idx="1623">
                <c:v>159.967</c:v>
              </c:pt>
              <c:pt idx="1624">
                <c:v>181.048</c:v>
              </c:pt>
              <c:pt idx="1625">
                <c:v>98.059</c:v>
              </c:pt>
              <c:pt idx="1626">
                <c:v>143.756</c:v>
              </c:pt>
              <c:pt idx="1627">
                <c:v>128.516</c:v>
              </c:pt>
              <c:pt idx="1628">
                <c:v>56.602</c:v>
              </c:pt>
              <c:pt idx="1629">
                <c:v>89.489</c:v>
              </c:pt>
              <c:pt idx="1630">
                <c:v>241.838</c:v>
              </c:pt>
              <c:pt idx="1631">
                <c:v>203.562</c:v>
              </c:pt>
              <c:pt idx="1632">
                <c:v>205.117</c:v>
              </c:pt>
              <c:pt idx="1633">
                <c:v>154.575</c:v>
              </c:pt>
              <c:pt idx="1634">
                <c:v>239.139</c:v>
              </c:pt>
              <c:pt idx="1635">
                <c:v>89.997</c:v>
              </c:pt>
              <c:pt idx="1636">
                <c:v>248.964</c:v>
              </c:pt>
              <c:pt idx="1637">
                <c:v>210.881</c:v>
              </c:pt>
              <c:pt idx="1638">
                <c:v>52.828</c:v>
              </c:pt>
              <c:pt idx="1639">
                <c:v>77.39</c:v>
              </c:pt>
              <c:pt idx="1640">
                <c:v>70.086</c:v>
              </c:pt>
              <c:pt idx="1641">
                <c:v>204.464</c:v>
              </c:pt>
              <c:pt idx="1642">
                <c:v>264.303</c:v>
              </c:pt>
              <c:pt idx="1643">
                <c:v>66.974</c:v>
              </c:pt>
              <c:pt idx="1644">
                <c:v>117.601</c:v>
              </c:pt>
              <c:pt idx="1645">
                <c:v>56.756</c:v>
              </c:pt>
              <c:pt idx="1646">
                <c:v>115.549</c:v>
              </c:pt>
              <c:pt idx="1647">
                <c:v>204.44</c:v>
              </c:pt>
              <c:pt idx="1648">
                <c:v>76.874</c:v>
              </c:pt>
              <c:pt idx="1649">
                <c:v>43.79</c:v>
              </c:pt>
              <c:pt idx="1650">
                <c:v>211.433</c:v>
              </c:pt>
              <c:pt idx="1651">
                <c:v>128.52</c:v>
              </c:pt>
              <c:pt idx="1652">
                <c:v>120.116</c:v>
              </c:pt>
              <c:pt idx="1653">
                <c:v>236.805</c:v>
              </c:pt>
              <c:pt idx="1654">
                <c:v>155.608</c:v>
              </c:pt>
              <c:pt idx="1655">
                <c:v>43.905</c:v>
              </c:pt>
              <c:pt idx="1656">
                <c:v>90.733</c:v>
              </c:pt>
              <c:pt idx="1657">
                <c:v>46.525</c:v>
              </c:pt>
              <c:pt idx="1658">
                <c:v>260.224</c:v>
              </c:pt>
              <c:pt idx="1659">
                <c:v>61.734</c:v>
              </c:pt>
              <c:pt idx="1660">
                <c:v>78.335</c:v>
              </c:pt>
              <c:pt idx="1661">
                <c:v>86.434</c:v>
              </c:pt>
              <c:pt idx="1662">
                <c:v>68.899</c:v>
              </c:pt>
              <c:pt idx="1663">
                <c:v>229.358</c:v>
              </c:pt>
              <c:pt idx="1664">
                <c:v>261.476</c:v>
              </c:pt>
              <c:pt idx="1665">
                <c:v>253.019</c:v>
              </c:pt>
              <c:pt idx="1666">
                <c:v>200.458</c:v>
              </c:pt>
              <c:pt idx="1667">
                <c:v>71.022</c:v>
              </c:pt>
              <c:pt idx="1668">
                <c:v>54.048</c:v>
              </c:pt>
              <c:pt idx="1669">
                <c:v>35.306</c:v>
              </c:pt>
              <c:pt idx="1670">
                <c:v>220.433</c:v>
              </c:pt>
              <c:pt idx="1671">
                <c:v>220.719</c:v>
              </c:pt>
              <c:pt idx="1672">
                <c:v>179.163</c:v>
              </c:pt>
              <c:pt idx="1673">
                <c:v>243.675</c:v>
              </c:pt>
              <c:pt idx="1674">
                <c:v>123.332</c:v>
              </c:pt>
              <c:pt idx="1675">
                <c:v>102.351</c:v>
              </c:pt>
              <c:pt idx="1676">
                <c:v>233.151</c:v>
              </c:pt>
              <c:pt idx="1677">
                <c:v>143.981</c:v>
              </c:pt>
              <c:pt idx="1678">
                <c:v>72.918</c:v>
              </c:pt>
              <c:pt idx="1679">
                <c:v>118.84</c:v>
              </c:pt>
              <c:pt idx="1680">
                <c:v>64.063</c:v>
              </c:pt>
              <c:pt idx="1681">
                <c:v>40.164</c:v>
              </c:pt>
              <c:pt idx="1682">
                <c:v>102.851</c:v>
              </c:pt>
              <c:pt idx="1683">
                <c:v>141.51</c:v>
              </c:pt>
              <c:pt idx="1684">
                <c:v>143.378</c:v>
              </c:pt>
              <c:pt idx="1685">
                <c:v>157.976</c:v>
              </c:pt>
              <c:pt idx="1686">
                <c:v>207.884</c:v>
              </c:pt>
              <c:pt idx="1687">
                <c:v>167.866</c:v>
              </c:pt>
              <c:pt idx="1688">
                <c:v>64.964</c:v>
              </c:pt>
              <c:pt idx="1689">
                <c:v>145.806</c:v>
              </c:pt>
              <c:pt idx="1690">
                <c:v>204.684</c:v>
              </c:pt>
              <c:pt idx="1691">
                <c:v>211.785</c:v>
              </c:pt>
              <c:pt idx="1692">
                <c:v>252.302</c:v>
              </c:pt>
              <c:pt idx="1693">
                <c:v>133.451</c:v>
              </c:pt>
              <c:pt idx="1694">
                <c:v>104.73</c:v>
              </c:pt>
              <c:pt idx="1695">
                <c:v>71.48</c:v>
              </c:pt>
              <c:pt idx="1696">
                <c:v>41.012</c:v>
              </c:pt>
              <c:pt idx="1697">
                <c:v>136.146</c:v>
              </c:pt>
              <c:pt idx="1698">
                <c:v>178.995</c:v>
              </c:pt>
              <c:pt idx="1699">
                <c:v>87.861</c:v>
              </c:pt>
              <c:pt idx="1700">
                <c:v>262.345</c:v>
              </c:pt>
              <c:pt idx="1701">
                <c:v>237.298</c:v>
              </c:pt>
              <c:pt idx="1702">
                <c:v>262.083</c:v>
              </c:pt>
              <c:pt idx="1703">
                <c:v>190.259</c:v>
              </c:pt>
              <c:pt idx="1704">
                <c:v>247.41</c:v>
              </c:pt>
              <c:pt idx="1705">
                <c:v>54.845</c:v>
              </c:pt>
              <c:pt idx="1706">
                <c:v>129.067</c:v>
              </c:pt>
              <c:pt idx="1707">
                <c:v>49.396</c:v>
              </c:pt>
              <c:pt idx="1708">
                <c:v>43.485</c:v>
              </c:pt>
              <c:pt idx="1709">
                <c:v>169.221</c:v>
              </c:pt>
              <c:pt idx="1710">
                <c:v>54.739</c:v>
              </c:pt>
              <c:pt idx="1711">
                <c:v>89.858</c:v>
              </c:pt>
              <c:pt idx="1712">
                <c:v>52.907</c:v>
              </c:pt>
              <c:pt idx="1713">
                <c:v>154.88</c:v>
              </c:pt>
              <c:pt idx="1714">
                <c:v>134.752</c:v>
              </c:pt>
              <c:pt idx="1715">
                <c:v>183.792</c:v>
              </c:pt>
              <c:pt idx="1716">
                <c:v>129.512</c:v>
              </c:pt>
              <c:pt idx="1717">
                <c:v>260.255</c:v>
              </c:pt>
              <c:pt idx="1718">
                <c:v>237.425</c:v>
              </c:pt>
              <c:pt idx="1719">
                <c:v>144.503</c:v>
              </c:pt>
              <c:pt idx="1720">
                <c:v>47.092</c:v>
              </c:pt>
              <c:pt idx="1721">
                <c:v>239.116</c:v>
              </c:pt>
              <c:pt idx="1722">
                <c:v>211.221</c:v>
              </c:pt>
              <c:pt idx="1723">
                <c:v>246.423</c:v>
              </c:pt>
              <c:pt idx="1724">
                <c:v>251.099</c:v>
              </c:pt>
              <c:pt idx="1725">
                <c:v>105.842</c:v>
              </c:pt>
              <c:pt idx="1726">
                <c:v>247.681</c:v>
              </c:pt>
              <c:pt idx="1727">
                <c:v>259.286</c:v>
              </c:pt>
              <c:pt idx="1728">
                <c:v>256.972</c:v>
              </c:pt>
              <c:pt idx="1729">
                <c:v>263.055</c:v>
              </c:pt>
              <c:pt idx="1730">
                <c:v>158.088</c:v>
              </c:pt>
              <c:pt idx="1731">
                <c:v>258.89</c:v>
              </c:pt>
              <c:pt idx="1732">
                <c:v>67.023</c:v>
              </c:pt>
              <c:pt idx="1733">
                <c:v>85.766</c:v>
              </c:pt>
              <c:pt idx="1734">
                <c:v>241.162</c:v>
              </c:pt>
              <c:pt idx="1735">
                <c:v>130.788</c:v>
              </c:pt>
              <c:pt idx="1736">
                <c:v>106.711</c:v>
              </c:pt>
              <c:pt idx="1737">
                <c:v>107.107</c:v>
              </c:pt>
              <c:pt idx="1738">
                <c:v>64.816</c:v>
              </c:pt>
              <c:pt idx="1739">
                <c:v>168.137</c:v>
              </c:pt>
              <c:pt idx="1740">
                <c:v>181.781</c:v>
              </c:pt>
              <c:pt idx="1741">
                <c:v>37.932</c:v>
              </c:pt>
              <c:pt idx="1742">
                <c:v>70.91</c:v>
              </c:pt>
              <c:pt idx="1743">
                <c:v>53.186</c:v>
              </c:pt>
              <c:pt idx="1744">
                <c:v>37.831</c:v>
              </c:pt>
              <c:pt idx="1745">
                <c:v>149.044</c:v>
              </c:pt>
              <c:pt idx="1746">
                <c:v>150.334</c:v>
              </c:pt>
              <c:pt idx="1747">
                <c:v>113.526</c:v>
              </c:pt>
              <c:pt idx="1748">
                <c:v>81.227</c:v>
              </c:pt>
              <c:pt idx="1749">
                <c:v>39.151</c:v>
              </c:pt>
              <c:pt idx="1750">
                <c:v>121.674</c:v>
              </c:pt>
              <c:pt idx="1751">
                <c:v>142.394</c:v>
              </c:pt>
              <c:pt idx="1752">
                <c:v>111.331</c:v>
              </c:pt>
              <c:pt idx="1753">
                <c:v>159.283</c:v>
              </c:pt>
              <c:pt idx="1754">
                <c:v>260.932</c:v>
              </c:pt>
              <c:pt idx="1755">
                <c:v>220.697</c:v>
              </c:pt>
              <c:pt idx="1756">
                <c:v>249.06</c:v>
              </c:pt>
              <c:pt idx="1757">
                <c:v>253.026</c:v>
              </c:pt>
              <c:pt idx="1758">
                <c:v>88.551</c:v>
              </c:pt>
              <c:pt idx="1759">
                <c:v>214.134</c:v>
              </c:pt>
              <c:pt idx="1760">
                <c:v>75.055</c:v>
              </c:pt>
              <c:pt idx="1761">
                <c:v>85.151</c:v>
              </c:pt>
              <c:pt idx="1762">
                <c:v>190.501</c:v>
              </c:pt>
              <c:pt idx="1763">
                <c:v>131.129</c:v>
              </c:pt>
              <c:pt idx="1764">
                <c:v>183.358</c:v>
              </c:pt>
              <c:pt idx="1765">
                <c:v>112.122</c:v>
              </c:pt>
              <c:pt idx="1766">
                <c:v>260.648</c:v>
              </c:pt>
              <c:pt idx="1767">
                <c:v>259.594</c:v>
              </c:pt>
              <c:pt idx="1768">
                <c:v>84.533</c:v>
              </c:pt>
              <c:pt idx="1769">
                <c:v>134.511</c:v>
              </c:pt>
              <c:pt idx="1770">
                <c:v>172.781</c:v>
              </c:pt>
              <c:pt idx="1771">
                <c:v>82.619</c:v>
              </c:pt>
              <c:pt idx="1772">
                <c:v>161.058</c:v>
              </c:pt>
              <c:pt idx="1773">
                <c:v>65.759</c:v>
              </c:pt>
              <c:pt idx="1774">
                <c:v>155.364</c:v>
              </c:pt>
              <c:pt idx="1775">
                <c:v>57.617</c:v>
              </c:pt>
              <c:pt idx="1776">
                <c:v>156.517</c:v>
              </c:pt>
              <c:pt idx="1777">
                <c:v>216.794</c:v>
              </c:pt>
              <c:pt idx="1778">
                <c:v>216.092</c:v>
              </c:pt>
              <c:pt idx="1779">
                <c:v>191.123</c:v>
              </c:pt>
              <c:pt idx="1780">
                <c:v>202.841</c:v>
              </c:pt>
              <c:pt idx="1781">
                <c:v>114.703</c:v>
              </c:pt>
              <c:pt idx="1782">
                <c:v>72.771</c:v>
              </c:pt>
              <c:pt idx="1783">
                <c:v>219.386</c:v>
              </c:pt>
              <c:pt idx="1784">
                <c:v>143.008</c:v>
              </c:pt>
              <c:pt idx="1785">
                <c:v>189.666</c:v>
              </c:pt>
              <c:pt idx="1786">
                <c:v>146.904</c:v>
              </c:pt>
              <c:pt idx="1787">
                <c:v>77.367</c:v>
              </c:pt>
              <c:pt idx="1788">
                <c:v>234.646</c:v>
              </c:pt>
              <c:pt idx="1789">
                <c:v>217.548</c:v>
              </c:pt>
              <c:pt idx="1790">
                <c:v>72.696</c:v>
              </c:pt>
              <c:pt idx="1791">
                <c:v>117.976</c:v>
              </c:pt>
              <c:pt idx="1792">
                <c:v>79.704</c:v>
              </c:pt>
              <c:pt idx="1793">
                <c:v>57.526</c:v>
              </c:pt>
              <c:pt idx="1794">
                <c:v>186.492</c:v>
              </c:pt>
              <c:pt idx="1795">
                <c:v>86.978</c:v>
              </c:pt>
              <c:pt idx="1796">
                <c:v>211.585</c:v>
              </c:pt>
              <c:pt idx="1797">
                <c:v>35.656</c:v>
              </c:pt>
              <c:pt idx="1798">
                <c:v>239.309</c:v>
              </c:pt>
              <c:pt idx="1799">
                <c:v>114.546</c:v>
              </c:pt>
              <c:pt idx="1800">
                <c:v>217.853</c:v>
              </c:pt>
              <c:pt idx="1801">
                <c:v>262.098</c:v>
              </c:pt>
              <c:pt idx="1802">
                <c:v>73.516</c:v>
              </c:pt>
              <c:pt idx="1803">
                <c:v>211.482</c:v>
              </c:pt>
              <c:pt idx="1804">
                <c:v>153.663</c:v>
              </c:pt>
              <c:pt idx="1805">
                <c:v>211.386</c:v>
              </c:pt>
              <c:pt idx="1806">
                <c:v>39.996</c:v>
              </c:pt>
              <c:pt idx="1807">
                <c:v>217.917</c:v>
              </c:pt>
              <c:pt idx="1808">
                <c:v>41.886</c:v>
              </c:pt>
              <c:pt idx="1809">
                <c:v>231.681</c:v>
              </c:pt>
              <c:pt idx="1810">
                <c:v>92.487</c:v>
              </c:pt>
              <c:pt idx="1811">
                <c:v>169.297</c:v>
              </c:pt>
              <c:pt idx="1812">
                <c:v>111.533</c:v>
              </c:pt>
              <c:pt idx="1813">
                <c:v>229.114</c:v>
              </c:pt>
              <c:pt idx="1814">
                <c:v>260.34</c:v>
              </c:pt>
              <c:pt idx="1815">
                <c:v>105.18</c:v>
              </c:pt>
              <c:pt idx="1816">
                <c:v>256.158</c:v>
              </c:pt>
              <c:pt idx="1817">
                <c:v>189.851</c:v>
              </c:pt>
              <c:pt idx="1818">
                <c:v>223.472</c:v>
              </c:pt>
              <c:pt idx="1819">
                <c:v>103.612</c:v>
              </c:pt>
              <c:pt idx="1820">
                <c:v>121.161</c:v>
              </c:pt>
              <c:pt idx="1821">
                <c:v>255.794</c:v>
              </c:pt>
              <c:pt idx="1822">
                <c:v>230.39</c:v>
              </c:pt>
              <c:pt idx="1823">
                <c:v>235.275</c:v>
              </c:pt>
              <c:pt idx="1824">
                <c:v>39.897</c:v>
              </c:pt>
              <c:pt idx="1825">
                <c:v>86.776</c:v>
              </c:pt>
              <c:pt idx="1826">
                <c:v>213.653</c:v>
              </c:pt>
              <c:pt idx="1827">
                <c:v>96.676</c:v>
              </c:pt>
              <c:pt idx="1828">
                <c:v>247.556</c:v>
              </c:pt>
              <c:pt idx="1829">
                <c:v>43.732</c:v>
              </c:pt>
              <c:pt idx="1830">
                <c:v>68.087</c:v>
              </c:pt>
              <c:pt idx="1831">
                <c:v>178.668</c:v>
              </c:pt>
              <c:pt idx="1832">
                <c:v>100.433</c:v>
              </c:pt>
              <c:pt idx="1833">
                <c:v>95.495</c:v>
              </c:pt>
              <c:pt idx="1834">
                <c:v>219.709</c:v>
              </c:pt>
              <c:pt idx="1835">
                <c:v>161.733</c:v>
              </c:pt>
              <c:pt idx="1836">
                <c:v>211.365</c:v>
              </c:pt>
              <c:pt idx="1837">
                <c:v>150.957</c:v>
              </c:pt>
              <c:pt idx="1838">
                <c:v>142.488</c:v>
              </c:pt>
              <c:pt idx="1839">
                <c:v>96.108</c:v>
              </c:pt>
              <c:pt idx="1840">
                <c:v>54.314</c:v>
              </c:pt>
              <c:pt idx="1841">
                <c:v>110.675</c:v>
              </c:pt>
              <c:pt idx="1842">
                <c:v>249.68</c:v>
              </c:pt>
              <c:pt idx="1843">
                <c:v>65.203</c:v>
              </c:pt>
              <c:pt idx="1844">
                <c:v>121.878</c:v>
              </c:pt>
              <c:pt idx="1845">
                <c:v>233.909</c:v>
              </c:pt>
              <c:pt idx="1846">
                <c:v>165.612</c:v>
              </c:pt>
              <c:pt idx="1847">
                <c:v>145.536</c:v>
              </c:pt>
              <c:pt idx="1848">
                <c:v>50.952</c:v>
              </c:pt>
              <c:pt idx="1849">
                <c:v>245.242</c:v>
              </c:pt>
              <c:pt idx="1850">
                <c:v>111.052</c:v>
              </c:pt>
              <c:pt idx="1851">
                <c:v>80.873</c:v>
              </c:pt>
              <c:pt idx="1852">
                <c:v>150.366</c:v>
              </c:pt>
              <c:pt idx="1853">
                <c:v>117.563</c:v>
              </c:pt>
              <c:pt idx="1854">
                <c:v>102.696</c:v>
              </c:pt>
              <c:pt idx="1855">
                <c:v>203.826</c:v>
              </c:pt>
              <c:pt idx="1856">
                <c:v>179.766</c:v>
              </c:pt>
              <c:pt idx="1857">
                <c:v>156.846</c:v>
              </c:pt>
              <c:pt idx="1858">
                <c:v>196.989</c:v>
              </c:pt>
              <c:pt idx="1859">
                <c:v>47.762</c:v>
              </c:pt>
              <c:pt idx="1860">
                <c:v>192.842</c:v>
              </c:pt>
              <c:pt idx="1861">
                <c:v>88.293</c:v>
              </c:pt>
              <c:pt idx="1862">
                <c:v>127.315</c:v>
              </c:pt>
              <c:pt idx="1863">
                <c:v>249.928</c:v>
              </c:pt>
              <c:pt idx="1864">
                <c:v>236.436</c:v>
              </c:pt>
              <c:pt idx="1865">
                <c:v>207.71</c:v>
              </c:pt>
              <c:pt idx="1866">
                <c:v>126.026</c:v>
              </c:pt>
              <c:pt idx="1867">
                <c:v>96.061</c:v>
              </c:pt>
              <c:pt idx="1868">
                <c:v>211.222</c:v>
              </c:pt>
              <c:pt idx="1869">
                <c:v>142.997</c:v>
              </c:pt>
              <c:pt idx="1870">
                <c:v>186.394</c:v>
              </c:pt>
              <c:pt idx="1871">
                <c:v>40.976</c:v>
              </c:pt>
              <c:pt idx="1872">
                <c:v>256.821</c:v>
              </c:pt>
              <c:pt idx="1873">
                <c:v>142.27</c:v>
              </c:pt>
              <c:pt idx="1874">
                <c:v>87.404</c:v>
              </c:pt>
              <c:pt idx="1875">
                <c:v>218.089</c:v>
              </c:pt>
              <c:pt idx="1876">
                <c:v>157.037</c:v>
              </c:pt>
              <c:pt idx="1877">
                <c:v>65.396</c:v>
              </c:pt>
              <c:pt idx="1878">
                <c:v>155.602</c:v>
              </c:pt>
              <c:pt idx="1879">
                <c:v>249.934</c:v>
              </c:pt>
              <c:pt idx="1880">
                <c:v>245.289</c:v>
              </c:pt>
              <c:pt idx="1881">
                <c:v>89.763</c:v>
              </c:pt>
              <c:pt idx="1882">
                <c:v>166.852</c:v>
              </c:pt>
              <c:pt idx="1883">
                <c:v>204.83</c:v>
              </c:pt>
              <c:pt idx="1884">
                <c:v>154.375</c:v>
              </c:pt>
              <c:pt idx="1885">
                <c:v>105.811</c:v>
              </c:pt>
              <c:pt idx="1886">
                <c:v>249.798</c:v>
              </c:pt>
              <c:pt idx="1887">
                <c:v>67.382</c:v>
              </c:pt>
              <c:pt idx="1888">
                <c:v>177.537</c:v>
              </c:pt>
              <c:pt idx="1889">
                <c:v>180.191</c:v>
              </c:pt>
              <c:pt idx="1890">
                <c:v>59.032</c:v>
              </c:pt>
              <c:pt idx="1891">
                <c:v>245.513</c:v>
              </c:pt>
              <c:pt idx="1892">
                <c:v>235.488</c:v>
              </c:pt>
              <c:pt idx="1893">
                <c:v>151.41</c:v>
              </c:pt>
              <c:pt idx="1894">
                <c:v>38.734</c:v>
              </c:pt>
              <c:pt idx="1895">
                <c:v>208.22</c:v>
              </c:pt>
              <c:pt idx="1896">
                <c:v>82.022</c:v>
              </c:pt>
              <c:pt idx="1897">
                <c:v>99.738</c:v>
              </c:pt>
              <c:pt idx="1898">
                <c:v>90.014</c:v>
              </c:pt>
              <c:pt idx="1899">
                <c:v>122.536</c:v>
              </c:pt>
              <c:pt idx="1900">
                <c:v>102.977</c:v>
              </c:pt>
              <c:pt idx="1901">
                <c:v>144.314</c:v>
              </c:pt>
              <c:pt idx="1902">
                <c:v>193.011</c:v>
              </c:pt>
              <c:pt idx="1903">
                <c:v>99.753</c:v>
              </c:pt>
              <c:pt idx="1904">
                <c:v>175.224</c:v>
              </c:pt>
              <c:pt idx="1905">
                <c:v>151.149</c:v>
              </c:pt>
              <c:pt idx="1906">
                <c:v>108.122</c:v>
              </c:pt>
              <c:pt idx="1907">
                <c:v>127.073</c:v>
              </c:pt>
              <c:pt idx="1908">
                <c:v>192.251</c:v>
              </c:pt>
              <c:pt idx="1909">
                <c:v>209.765</c:v>
              </c:pt>
              <c:pt idx="1910">
                <c:v>199.604</c:v>
              </c:pt>
              <c:pt idx="1911">
                <c:v>206.716</c:v>
              </c:pt>
              <c:pt idx="1912">
                <c:v>74.82</c:v>
              </c:pt>
              <c:pt idx="1913">
                <c:v>109.534</c:v>
              </c:pt>
              <c:pt idx="1914">
                <c:v>246.28</c:v>
              </c:pt>
              <c:pt idx="1915">
                <c:v>176.136</c:v>
              </c:pt>
              <c:pt idx="1916">
                <c:v>242.962</c:v>
              </c:pt>
              <c:pt idx="1917">
                <c:v>126.95</c:v>
              </c:pt>
              <c:pt idx="1918">
                <c:v>128.713</c:v>
              </c:pt>
              <c:pt idx="1919">
                <c:v>128.512</c:v>
              </c:pt>
              <c:pt idx="1920">
                <c:v>163.396</c:v>
              </c:pt>
              <c:pt idx="1921">
                <c:v>127.828</c:v>
              </c:pt>
              <c:pt idx="1922">
                <c:v>138.323</c:v>
              </c:pt>
              <c:pt idx="1923">
                <c:v>213.536</c:v>
              </c:pt>
              <c:pt idx="1924">
                <c:v>39.33</c:v>
              </c:pt>
              <c:pt idx="1925">
                <c:v>77.149</c:v>
              </c:pt>
              <c:pt idx="1926">
                <c:v>181.202</c:v>
              </c:pt>
              <c:pt idx="1927">
                <c:v>50.661</c:v>
              </c:pt>
              <c:pt idx="1928">
                <c:v>239.691</c:v>
              </c:pt>
              <c:pt idx="1929">
                <c:v>122.171</c:v>
              </c:pt>
              <c:pt idx="1930">
                <c:v>218.099</c:v>
              </c:pt>
              <c:pt idx="1931">
                <c:v>80.957</c:v>
              </c:pt>
              <c:pt idx="1932">
                <c:v>160.983</c:v>
              </c:pt>
              <c:pt idx="1933">
                <c:v>182.412</c:v>
              </c:pt>
              <c:pt idx="1934">
                <c:v>102.863</c:v>
              </c:pt>
              <c:pt idx="1935">
                <c:v>63.581</c:v>
              </c:pt>
              <c:pt idx="1936">
                <c:v>52.649</c:v>
              </c:pt>
              <c:pt idx="1937">
                <c:v>210.168</c:v>
              </c:pt>
              <c:pt idx="1938">
                <c:v>87.654</c:v>
              </c:pt>
              <c:pt idx="1939">
                <c:v>230.609</c:v>
              </c:pt>
              <c:pt idx="1940">
                <c:v>51.089</c:v>
              </c:pt>
              <c:pt idx="1941">
                <c:v>80.942</c:v>
              </c:pt>
              <c:pt idx="1942">
                <c:v>176.421</c:v>
              </c:pt>
              <c:pt idx="1943">
                <c:v>220.817</c:v>
              </c:pt>
              <c:pt idx="1944">
                <c:v>211.987</c:v>
              </c:pt>
              <c:pt idx="1945">
                <c:v>169.836</c:v>
              </c:pt>
              <c:pt idx="1946">
                <c:v>247.245</c:v>
              </c:pt>
              <c:pt idx="1947">
                <c:v>97.155</c:v>
              </c:pt>
              <c:pt idx="1948">
                <c:v>46.443</c:v>
              </c:pt>
              <c:pt idx="1949">
                <c:v>122.674</c:v>
              </c:pt>
              <c:pt idx="1950">
                <c:v>104.156</c:v>
              </c:pt>
              <c:pt idx="1951">
                <c:v>228.986</c:v>
              </c:pt>
              <c:pt idx="1952">
                <c:v>146.518</c:v>
              </c:pt>
              <c:pt idx="1953">
                <c:v>46.295</c:v>
              </c:pt>
              <c:pt idx="1954">
                <c:v>208.017</c:v>
              </c:pt>
              <c:pt idx="1955">
                <c:v>193.187</c:v>
              </c:pt>
              <c:pt idx="1956">
                <c:v>38.025</c:v>
              </c:pt>
              <c:pt idx="1957">
                <c:v>91.708</c:v>
              </c:pt>
              <c:pt idx="1958">
                <c:v>167.134</c:v>
              </c:pt>
              <c:pt idx="1959">
                <c:v>147.219</c:v>
              </c:pt>
              <c:pt idx="1960">
                <c:v>262.592</c:v>
              </c:pt>
              <c:pt idx="1961">
                <c:v>133.613</c:v>
              </c:pt>
              <c:pt idx="1962">
                <c:v>134.239</c:v>
              </c:pt>
              <c:pt idx="1963">
                <c:v>230.991</c:v>
              </c:pt>
              <c:pt idx="1964">
                <c:v>144.19</c:v>
              </c:pt>
              <c:pt idx="1965">
                <c:v>166.77</c:v>
              </c:pt>
              <c:pt idx="1966">
                <c:v>264.085</c:v>
              </c:pt>
              <c:pt idx="1967">
                <c:v>175.056</c:v>
              </c:pt>
              <c:pt idx="1968">
                <c:v>231.541</c:v>
              </c:pt>
              <c:pt idx="1969">
                <c:v>158.205</c:v>
              </c:pt>
              <c:pt idx="1970">
                <c:v>107.848</c:v>
              </c:pt>
              <c:pt idx="1971">
                <c:v>116.391</c:v>
              </c:pt>
              <c:pt idx="1972">
                <c:v>259.491</c:v>
              </c:pt>
              <c:pt idx="1973">
                <c:v>86.818</c:v>
              </c:pt>
              <c:pt idx="1974">
                <c:v>125.373</c:v>
              </c:pt>
              <c:pt idx="1975">
                <c:v>245.618</c:v>
              </c:pt>
              <c:pt idx="1976">
                <c:v>218.733</c:v>
              </c:pt>
              <c:pt idx="1977">
                <c:v>63.194</c:v>
              </c:pt>
              <c:pt idx="1978">
                <c:v>58.469</c:v>
              </c:pt>
              <c:pt idx="1979">
                <c:v>261.718</c:v>
              </c:pt>
              <c:pt idx="1980">
                <c:v>98.184</c:v>
              </c:pt>
              <c:pt idx="1981">
                <c:v>44.831</c:v>
              </c:pt>
              <c:pt idx="1982">
                <c:v>205.59</c:v>
              </c:pt>
              <c:pt idx="1983">
                <c:v>221.79</c:v>
              </c:pt>
              <c:pt idx="1984">
                <c:v>110.917</c:v>
              </c:pt>
              <c:pt idx="1985">
                <c:v>208.205</c:v>
              </c:pt>
              <c:pt idx="1986">
                <c:v>86.764</c:v>
              </c:pt>
              <c:pt idx="1987">
                <c:v>139.463</c:v>
              </c:pt>
              <c:pt idx="1988">
                <c:v>263.501</c:v>
              </c:pt>
              <c:pt idx="1989">
                <c:v>89.313</c:v>
              </c:pt>
              <c:pt idx="1990">
                <c:v>78.799</c:v>
              </c:pt>
              <c:pt idx="1991">
                <c:v>225.589</c:v>
              </c:pt>
              <c:pt idx="1992">
                <c:v>231.596</c:v>
              </c:pt>
              <c:pt idx="1993">
                <c:v>129.059</c:v>
              </c:pt>
              <c:pt idx="1994">
                <c:v>218.751</c:v>
              </c:pt>
              <c:pt idx="1995">
                <c:v>243.716</c:v>
              </c:pt>
              <c:pt idx="1996">
                <c:v>90.317</c:v>
              </c:pt>
              <c:pt idx="1997">
                <c:v>225.113</c:v>
              </c:pt>
              <c:pt idx="1998">
                <c:v>146.831</c:v>
              </c:pt>
              <c:pt idx="1999">
                <c:v>214.767</c:v>
              </c:pt>
              <c:pt idx="2000">
                <c:v>241.093</c:v>
              </c:pt>
              <c:pt idx="2001">
                <c:v>204.457</c:v>
              </c:pt>
              <c:pt idx="2002">
                <c:v>83.279</c:v>
              </c:pt>
              <c:pt idx="2003">
                <c:v>263.883</c:v>
              </c:pt>
              <c:pt idx="2004">
                <c:v>85.992</c:v>
              </c:pt>
              <c:pt idx="2005">
                <c:v>54.077</c:v>
              </c:pt>
              <c:pt idx="2006">
                <c:v>249.222</c:v>
              </c:pt>
              <c:pt idx="2007">
                <c:v>84.593</c:v>
              </c:pt>
              <c:pt idx="2008">
                <c:v>139.654</c:v>
              </c:pt>
              <c:pt idx="2009">
                <c:v>47.295</c:v>
              </c:pt>
              <c:pt idx="2010">
                <c:v>238.208</c:v>
              </c:pt>
              <c:pt idx="2011">
                <c:v>216.093</c:v>
              </c:pt>
              <c:pt idx="2012">
                <c:v>59.204</c:v>
              </c:pt>
              <c:pt idx="2013">
                <c:v>62.727</c:v>
              </c:pt>
              <c:pt idx="2014">
                <c:v>258.308</c:v>
              </c:pt>
              <c:pt idx="2015">
                <c:v>156.699</c:v>
              </c:pt>
              <c:pt idx="2016">
                <c:v>182.68</c:v>
              </c:pt>
              <c:pt idx="2017">
                <c:v>253.618</c:v>
              </c:pt>
              <c:pt idx="2018">
                <c:v>121.248</c:v>
              </c:pt>
              <c:pt idx="2019">
                <c:v>153.168</c:v>
              </c:pt>
              <c:pt idx="2020">
                <c:v>98.697</c:v>
              </c:pt>
              <c:pt idx="2021">
                <c:v>54.218</c:v>
              </c:pt>
              <c:pt idx="2022">
                <c:v>218.525</c:v>
              </c:pt>
              <c:pt idx="2023">
                <c:v>243.673</c:v>
              </c:pt>
              <c:pt idx="2024">
                <c:v>187.583</c:v>
              </c:pt>
              <c:pt idx="2025">
                <c:v>140.639</c:v>
              </c:pt>
              <c:pt idx="2026">
                <c:v>198.474</c:v>
              </c:pt>
              <c:pt idx="2027">
                <c:v>226.21</c:v>
              </c:pt>
              <c:pt idx="2028">
                <c:v>114.045</c:v>
              </c:pt>
              <c:pt idx="2029">
                <c:v>207.376</c:v>
              </c:pt>
              <c:pt idx="2030">
                <c:v>121.95</c:v>
              </c:pt>
              <c:pt idx="2031">
                <c:v>108.24</c:v>
              </c:pt>
              <c:pt idx="2032">
                <c:v>47.49</c:v>
              </c:pt>
              <c:pt idx="2033">
                <c:v>101.458</c:v>
              </c:pt>
              <c:pt idx="2034">
                <c:v>101.271</c:v>
              </c:pt>
              <c:pt idx="2035">
                <c:v>232.431</c:v>
              </c:pt>
              <c:pt idx="2036">
                <c:v>216.763</c:v>
              </c:pt>
              <c:pt idx="2037">
                <c:v>173.244</c:v>
              </c:pt>
              <c:pt idx="2038">
                <c:v>154.802</c:v>
              </c:pt>
              <c:pt idx="2039">
                <c:v>188.59</c:v>
              </c:pt>
              <c:pt idx="2040">
                <c:v>247.708</c:v>
              </c:pt>
              <c:pt idx="2041">
                <c:v>191.352</c:v>
              </c:pt>
              <c:pt idx="2042">
                <c:v>51.567</c:v>
              </c:pt>
              <c:pt idx="2043">
                <c:v>63.747</c:v>
              </c:pt>
              <c:pt idx="2044">
                <c:v>215.294</c:v>
              </c:pt>
              <c:pt idx="2045">
                <c:v>109.948</c:v>
              </c:pt>
              <c:pt idx="2046">
                <c:v>242.793</c:v>
              </c:pt>
              <c:pt idx="2047">
                <c:v>197.861</c:v>
              </c:pt>
              <c:pt idx="2048">
                <c:v>256.941</c:v>
              </c:pt>
              <c:pt idx="2049">
                <c:v>194.599</c:v>
              </c:pt>
              <c:pt idx="2050">
                <c:v>159.285</c:v>
              </c:pt>
              <c:pt idx="2051">
                <c:v>137.665</c:v>
              </c:pt>
              <c:pt idx="2052">
                <c:v>70.998</c:v>
              </c:pt>
              <c:pt idx="2053">
                <c:v>196.331</c:v>
              </c:pt>
              <c:pt idx="2054">
                <c:v>245.724</c:v>
              </c:pt>
              <c:pt idx="2055">
                <c:v>148.886</c:v>
              </c:pt>
              <c:pt idx="2056">
                <c:v>110.234</c:v>
              </c:pt>
              <c:pt idx="2057">
                <c:v>39.367</c:v>
              </c:pt>
              <c:pt idx="2058">
                <c:v>105.079</c:v>
              </c:pt>
              <c:pt idx="2059">
                <c:v>242.555</c:v>
              </c:pt>
              <c:pt idx="2060">
                <c:v>224.911</c:v>
              </c:pt>
              <c:pt idx="2061">
                <c:v>35.449</c:v>
              </c:pt>
              <c:pt idx="2062">
                <c:v>93.913</c:v>
              </c:pt>
              <c:pt idx="2063">
                <c:v>207.404</c:v>
              </c:pt>
              <c:pt idx="2064">
                <c:v>128.379</c:v>
              </c:pt>
              <c:pt idx="2065">
                <c:v>199.607</c:v>
              </c:pt>
              <c:pt idx="2066">
                <c:v>200.899</c:v>
              </c:pt>
              <c:pt idx="2067">
                <c:v>211.151</c:v>
              </c:pt>
              <c:pt idx="2068">
                <c:v>47.374</c:v>
              </c:pt>
              <c:pt idx="2069">
                <c:v>127.293</c:v>
              </c:pt>
              <c:pt idx="2070">
                <c:v>44.047</c:v>
              </c:pt>
              <c:pt idx="2071">
                <c:v>258.414</c:v>
              </c:pt>
              <c:pt idx="2072">
                <c:v>187.975</c:v>
              </c:pt>
              <c:pt idx="2073">
                <c:v>89.569</c:v>
              </c:pt>
              <c:pt idx="2074">
                <c:v>218.334</c:v>
              </c:pt>
              <c:pt idx="2075">
                <c:v>213.083</c:v>
              </c:pt>
              <c:pt idx="2076">
                <c:v>55.394</c:v>
              </c:pt>
              <c:pt idx="2077">
                <c:v>236.392</c:v>
              </c:pt>
              <c:pt idx="2078">
                <c:v>72.607</c:v>
              </c:pt>
              <c:pt idx="2079">
                <c:v>66.131</c:v>
              </c:pt>
              <c:pt idx="2080">
                <c:v>263.143</c:v>
              </c:pt>
              <c:pt idx="2081">
                <c:v>87.315</c:v>
              </c:pt>
              <c:pt idx="2082">
                <c:v>204.19</c:v>
              </c:pt>
              <c:pt idx="2083">
                <c:v>83.1</c:v>
              </c:pt>
              <c:pt idx="2084">
                <c:v>259.361</c:v>
              </c:pt>
              <c:pt idx="2085">
                <c:v>120.28</c:v>
              </c:pt>
              <c:pt idx="2086">
                <c:v>74.276</c:v>
              </c:pt>
              <c:pt idx="2087">
                <c:v>38.493</c:v>
              </c:pt>
              <c:pt idx="2088">
                <c:v>83.867</c:v>
              </c:pt>
              <c:pt idx="2089">
                <c:v>101.867</c:v>
              </c:pt>
              <c:pt idx="2090">
                <c:v>246.811</c:v>
              </c:pt>
              <c:pt idx="2091">
                <c:v>50.095</c:v>
              </c:pt>
              <c:pt idx="2092">
                <c:v>207.188</c:v>
              </c:pt>
              <c:pt idx="2093">
                <c:v>85.834</c:v>
              </c:pt>
              <c:pt idx="2094">
                <c:v>118.266</c:v>
              </c:pt>
              <c:pt idx="2095">
                <c:v>110.379</c:v>
              </c:pt>
              <c:pt idx="2096">
                <c:v>160.679</c:v>
              </c:pt>
              <c:pt idx="2097">
                <c:v>263.756</c:v>
              </c:pt>
              <c:pt idx="2098">
                <c:v>244.135</c:v>
              </c:pt>
              <c:pt idx="2099">
                <c:v>70.141</c:v>
              </c:pt>
              <c:pt idx="2100">
                <c:v>183.712</c:v>
              </c:pt>
              <c:pt idx="2101">
                <c:v>129.482</c:v>
              </c:pt>
              <c:pt idx="2102">
                <c:v>88.168</c:v>
              </c:pt>
              <c:pt idx="2103">
                <c:v>104.785</c:v>
              </c:pt>
              <c:pt idx="2104">
                <c:v>134.562</c:v>
              </c:pt>
              <c:pt idx="2105">
                <c:v>116.439</c:v>
              </c:pt>
              <c:pt idx="2106">
                <c:v>86.243</c:v>
              </c:pt>
              <c:pt idx="2107">
                <c:v>260.13</c:v>
              </c:pt>
              <c:pt idx="2108">
                <c:v>251.201</c:v>
              </c:pt>
              <c:pt idx="2109">
                <c:v>62.578</c:v>
              </c:pt>
              <c:pt idx="2110">
                <c:v>184.207</c:v>
              </c:pt>
              <c:pt idx="2111">
                <c:v>81.526</c:v>
              </c:pt>
              <c:pt idx="2112">
                <c:v>231.175</c:v>
              </c:pt>
              <c:pt idx="2113">
                <c:v>194.505</c:v>
              </c:pt>
              <c:pt idx="2114">
                <c:v>124.891</c:v>
              </c:pt>
              <c:pt idx="2115">
                <c:v>44.626</c:v>
              </c:pt>
              <c:pt idx="2116">
                <c:v>37.844</c:v>
              </c:pt>
              <c:pt idx="2117">
                <c:v>215.77</c:v>
              </c:pt>
              <c:pt idx="2118">
                <c:v>167.724</c:v>
              </c:pt>
              <c:pt idx="2119">
                <c:v>130.945</c:v>
              </c:pt>
              <c:pt idx="2120">
                <c:v>125.185</c:v>
              </c:pt>
              <c:pt idx="2121">
                <c:v>66.341</c:v>
              </c:pt>
              <c:pt idx="2122">
                <c:v>44.795</c:v>
              </c:pt>
              <c:pt idx="2123">
                <c:v>175.905</c:v>
              </c:pt>
              <c:pt idx="2124">
                <c:v>211.504</c:v>
              </c:pt>
              <c:pt idx="2125">
                <c:v>207.703</c:v>
              </c:pt>
              <c:pt idx="2126">
                <c:v>260.887</c:v>
              </c:pt>
              <c:pt idx="2127">
                <c:v>247.54</c:v>
              </c:pt>
              <c:pt idx="2128">
                <c:v>169.108</c:v>
              </c:pt>
              <c:pt idx="2129">
                <c:v>156.937</c:v>
              </c:pt>
              <c:pt idx="2130">
                <c:v>110.049</c:v>
              </c:pt>
              <c:pt idx="2131">
                <c:v>146.065</c:v>
              </c:pt>
              <c:pt idx="2132">
                <c:v>128.557</c:v>
              </c:pt>
              <c:pt idx="2133">
                <c:v>218.435</c:v>
              </c:pt>
              <c:pt idx="2134">
                <c:v>139.413</c:v>
              </c:pt>
              <c:pt idx="2135">
                <c:v>217.381</c:v>
              </c:pt>
              <c:pt idx="2136">
                <c:v>139.812</c:v>
              </c:pt>
              <c:pt idx="2137">
                <c:v>66.006</c:v>
              </c:pt>
              <c:pt idx="2138">
                <c:v>177.627</c:v>
              </c:pt>
              <c:pt idx="2139">
                <c:v>137.695</c:v>
              </c:pt>
              <c:pt idx="2140">
                <c:v>64.073</c:v>
              </c:pt>
              <c:pt idx="2141">
                <c:v>75.103</c:v>
              </c:pt>
              <c:pt idx="2142">
                <c:v>224.541</c:v>
              </c:pt>
              <c:pt idx="2143">
                <c:v>75.433</c:v>
              </c:pt>
              <c:pt idx="2144">
                <c:v>86.58</c:v>
              </c:pt>
              <c:pt idx="2145">
                <c:v>54.073</c:v>
              </c:pt>
              <c:pt idx="2146">
                <c:v>124.769</c:v>
              </c:pt>
              <c:pt idx="2147">
                <c:v>231.997</c:v>
              </c:pt>
              <c:pt idx="2148">
                <c:v>247.939</c:v>
              </c:pt>
              <c:pt idx="2149">
                <c:v>257.792</c:v>
              </c:pt>
              <c:pt idx="2150">
                <c:v>184.463</c:v>
              </c:pt>
              <c:pt idx="2151">
                <c:v>197.056</c:v>
              </c:pt>
              <c:pt idx="2152">
                <c:v>105.269</c:v>
              </c:pt>
              <c:pt idx="2153">
                <c:v>94.164</c:v>
              </c:pt>
              <c:pt idx="2154">
                <c:v>102.582</c:v>
              </c:pt>
              <c:pt idx="2155">
                <c:v>91.971</c:v>
              </c:pt>
              <c:pt idx="2156">
                <c:v>162.519</c:v>
              </c:pt>
              <c:pt idx="2157">
                <c:v>262.728</c:v>
              </c:pt>
              <c:pt idx="2158">
                <c:v>149.88</c:v>
              </c:pt>
              <c:pt idx="2159">
                <c:v>221.964</c:v>
              </c:pt>
              <c:pt idx="2160">
                <c:v>170.924</c:v>
              </c:pt>
              <c:pt idx="2161">
                <c:v>83.371</c:v>
              </c:pt>
              <c:pt idx="2162">
                <c:v>103.047</c:v>
              </c:pt>
              <c:pt idx="2163">
                <c:v>135.559</c:v>
              </c:pt>
              <c:pt idx="2164">
                <c:v>218.929</c:v>
              </c:pt>
              <c:pt idx="2165">
                <c:v>100.145</c:v>
              </c:pt>
              <c:pt idx="2166">
                <c:v>113.591</c:v>
              </c:pt>
              <c:pt idx="2167">
                <c:v>79.796</c:v>
              </c:pt>
              <c:pt idx="2168">
                <c:v>105.305</c:v>
              </c:pt>
              <c:pt idx="2169">
                <c:v>105.008</c:v>
              </c:pt>
              <c:pt idx="2170">
                <c:v>134.499</c:v>
              </c:pt>
              <c:pt idx="2171">
                <c:v>115.111</c:v>
              </c:pt>
              <c:pt idx="2172">
                <c:v>173.086</c:v>
              </c:pt>
              <c:pt idx="2173">
                <c:v>247.595</c:v>
              </c:pt>
              <c:pt idx="2174">
                <c:v>215.606</c:v>
              </c:pt>
              <c:pt idx="2175">
                <c:v>93.834</c:v>
              </c:pt>
              <c:pt idx="2176">
                <c:v>249.321</c:v>
              </c:pt>
              <c:pt idx="2177">
                <c:v>208.519</c:v>
              </c:pt>
              <c:pt idx="2178">
                <c:v>249.779</c:v>
              </c:pt>
              <c:pt idx="2179">
                <c:v>218.977</c:v>
              </c:pt>
              <c:pt idx="2180">
                <c:v>198.741</c:v>
              </c:pt>
              <c:pt idx="2181">
                <c:v>152.152</c:v>
              </c:pt>
              <c:pt idx="2182">
                <c:v>262.007</c:v>
              </c:pt>
              <c:pt idx="2183">
                <c:v>78.908</c:v>
              </c:pt>
              <c:pt idx="2184">
                <c:v>248.342</c:v>
              </c:pt>
              <c:pt idx="2185">
                <c:v>140.337</c:v>
              </c:pt>
              <c:pt idx="2186">
                <c:v>166.143</c:v>
              </c:pt>
              <c:pt idx="2187">
                <c:v>261.486</c:v>
              </c:pt>
              <c:pt idx="2188">
                <c:v>138.079</c:v>
              </c:pt>
              <c:pt idx="2189">
                <c:v>141.162</c:v>
              </c:pt>
              <c:pt idx="2190">
                <c:v>248.756</c:v>
              </c:pt>
              <c:pt idx="2191">
                <c:v>258.026</c:v>
              </c:pt>
              <c:pt idx="2192">
                <c:v>262.379</c:v>
              </c:pt>
              <c:pt idx="2193">
                <c:v>130.772</c:v>
              </c:pt>
              <c:pt idx="2194">
                <c:v>223.908</c:v>
              </c:pt>
              <c:pt idx="2195">
                <c:v>54.025</c:v>
              </c:pt>
              <c:pt idx="2196">
                <c:v>57.008</c:v>
              </c:pt>
              <c:pt idx="2197">
                <c:v>50.124</c:v>
              </c:pt>
              <c:pt idx="2198">
                <c:v>144.258</c:v>
              </c:pt>
              <c:pt idx="2199">
                <c:v>124.164</c:v>
              </c:pt>
              <c:pt idx="2200">
                <c:v>198.324</c:v>
              </c:pt>
              <c:pt idx="2201">
                <c:v>79.403</c:v>
              </c:pt>
              <c:pt idx="2202">
                <c:v>173.791</c:v>
              </c:pt>
              <c:pt idx="2203">
                <c:v>102.301</c:v>
              </c:pt>
              <c:pt idx="2204">
                <c:v>105.01</c:v>
              </c:pt>
              <c:pt idx="2205">
                <c:v>108.009</c:v>
              </c:pt>
              <c:pt idx="2206">
                <c:v>250.701</c:v>
              </c:pt>
              <c:pt idx="2207">
                <c:v>175.84</c:v>
              </c:pt>
              <c:pt idx="2208">
                <c:v>86.796</c:v>
              </c:pt>
              <c:pt idx="2209">
                <c:v>46.696</c:v>
              </c:pt>
              <c:pt idx="2210">
                <c:v>145.745</c:v>
              </c:pt>
              <c:pt idx="2211">
                <c:v>43.971</c:v>
              </c:pt>
              <c:pt idx="2212">
                <c:v>109.111</c:v>
              </c:pt>
              <c:pt idx="2213">
                <c:v>111.585</c:v>
              </c:pt>
              <c:pt idx="2214">
                <c:v>239.553</c:v>
              </c:pt>
              <c:pt idx="2215">
                <c:v>207.079</c:v>
              </c:pt>
              <c:pt idx="2216">
                <c:v>60.815</c:v>
              </c:pt>
              <c:pt idx="2217">
                <c:v>104.565</c:v>
              </c:pt>
              <c:pt idx="2218">
                <c:v>71.174</c:v>
              </c:pt>
              <c:pt idx="2219">
                <c:v>255.818</c:v>
              </c:pt>
              <c:pt idx="2220">
                <c:v>48.21</c:v>
              </c:pt>
              <c:pt idx="2221">
                <c:v>152.578</c:v>
              </c:pt>
              <c:pt idx="2222">
                <c:v>165.869</c:v>
              </c:pt>
              <c:pt idx="2223">
                <c:v>66.725</c:v>
              </c:pt>
              <c:pt idx="2224">
                <c:v>175.102</c:v>
              </c:pt>
              <c:pt idx="2225">
                <c:v>262.518</c:v>
              </c:pt>
              <c:pt idx="2226">
                <c:v>192.641</c:v>
              </c:pt>
              <c:pt idx="2227">
                <c:v>187.573</c:v>
              </c:pt>
              <c:pt idx="2228">
                <c:v>113.413</c:v>
              </c:pt>
              <c:pt idx="2229">
                <c:v>218.016</c:v>
              </c:pt>
              <c:pt idx="2230">
                <c:v>142.655</c:v>
              </c:pt>
              <c:pt idx="2231">
                <c:v>194.08</c:v>
              </c:pt>
              <c:pt idx="2232">
                <c:v>145.852</c:v>
              </c:pt>
              <c:pt idx="2233">
                <c:v>190.046</c:v>
              </c:pt>
              <c:pt idx="2234">
                <c:v>166.378</c:v>
              </c:pt>
              <c:pt idx="2235">
                <c:v>96.695</c:v>
              </c:pt>
              <c:pt idx="2236">
                <c:v>247.944</c:v>
              </c:pt>
              <c:pt idx="2237">
                <c:v>256.595</c:v>
              </c:pt>
              <c:pt idx="2238">
                <c:v>204.333</c:v>
              </c:pt>
              <c:pt idx="2239">
                <c:v>142.385</c:v>
              </c:pt>
              <c:pt idx="2240">
                <c:v>74.171</c:v>
              </c:pt>
              <c:pt idx="2241">
                <c:v>252.644</c:v>
              </c:pt>
              <c:pt idx="2242">
                <c:v>65.051</c:v>
              </c:pt>
              <c:pt idx="2243">
                <c:v>107.405</c:v>
              </c:pt>
              <c:pt idx="2244">
                <c:v>139.828</c:v>
              </c:pt>
              <c:pt idx="2245">
                <c:v>88.695</c:v>
              </c:pt>
              <c:pt idx="2246">
                <c:v>83.219</c:v>
              </c:pt>
              <c:pt idx="2247">
                <c:v>210.814</c:v>
              </c:pt>
              <c:pt idx="2248">
                <c:v>168.509</c:v>
              </c:pt>
              <c:pt idx="2249">
                <c:v>99.212</c:v>
              </c:pt>
              <c:pt idx="2250">
                <c:v>113.073</c:v>
              </c:pt>
              <c:pt idx="2251">
                <c:v>199.132</c:v>
              </c:pt>
              <c:pt idx="2252">
                <c:v>82.985</c:v>
              </c:pt>
              <c:pt idx="2253">
                <c:v>99.064</c:v>
              </c:pt>
              <c:pt idx="2254">
                <c:v>87.277</c:v>
              </c:pt>
              <c:pt idx="2255">
                <c:v>152.769</c:v>
              </c:pt>
              <c:pt idx="2256">
                <c:v>217.446</c:v>
              </c:pt>
              <c:pt idx="2257">
                <c:v>43.707</c:v>
              </c:pt>
              <c:pt idx="2258">
                <c:v>243.723</c:v>
              </c:pt>
              <c:pt idx="2259">
                <c:v>244.523</c:v>
              </c:pt>
              <c:pt idx="2260">
                <c:v>92.913</c:v>
              </c:pt>
              <c:pt idx="2261">
                <c:v>41.001</c:v>
              </c:pt>
              <c:pt idx="2262">
                <c:v>164.292</c:v>
              </c:pt>
              <c:pt idx="2263">
                <c:v>100.901</c:v>
              </c:pt>
              <c:pt idx="2264">
                <c:v>202.841</c:v>
              </c:pt>
              <c:pt idx="2265">
                <c:v>107.609</c:v>
              </c:pt>
              <c:pt idx="2266">
                <c:v>55.44</c:v>
              </c:pt>
              <c:pt idx="2267">
                <c:v>219.244</c:v>
              </c:pt>
              <c:pt idx="2268">
                <c:v>64.41</c:v>
              </c:pt>
              <c:pt idx="2269">
                <c:v>263.769</c:v>
              </c:pt>
              <c:pt idx="2270">
                <c:v>248.349</c:v>
              </c:pt>
              <c:pt idx="2271">
                <c:v>165.568</c:v>
              </c:pt>
              <c:pt idx="2272">
                <c:v>233.601</c:v>
              </c:pt>
              <c:pt idx="2273">
                <c:v>146.474</c:v>
              </c:pt>
              <c:pt idx="2274">
                <c:v>146.824</c:v>
              </c:pt>
              <c:pt idx="2275">
                <c:v>141.321</c:v>
              </c:pt>
              <c:pt idx="2276">
                <c:v>137.089</c:v>
              </c:pt>
              <c:pt idx="2277">
                <c:v>154.488</c:v>
              </c:pt>
              <c:pt idx="2278">
                <c:v>141.133</c:v>
              </c:pt>
              <c:pt idx="2279">
                <c:v>251.09</c:v>
              </c:pt>
              <c:pt idx="2280">
                <c:v>148.045</c:v>
              </c:pt>
              <c:pt idx="2281">
                <c:v>152.261</c:v>
              </c:pt>
              <c:pt idx="2282">
                <c:v>147.44</c:v>
              </c:pt>
              <c:pt idx="2283">
                <c:v>144.162</c:v>
              </c:pt>
              <c:pt idx="2284">
                <c:v>156.101</c:v>
              </c:pt>
              <c:pt idx="2285">
                <c:v>132.848</c:v>
              </c:pt>
              <c:pt idx="2286">
                <c:v>139.749</c:v>
              </c:pt>
              <c:pt idx="2287">
                <c:v>131.388</c:v>
              </c:pt>
              <c:pt idx="2288">
                <c:v>142.869</c:v>
              </c:pt>
              <c:pt idx="2289">
                <c:v>150.406</c:v>
              </c:pt>
              <c:pt idx="2290">
                <c:v>141.689</c:v>
              </c:pt>
              <c:pt idx="2291">
                <c:v>142.674</c:v>
              </c:pt>
              <c:pt idx="2292">
                <c:v>147.774</c:v>
              </c:pt>
              <c:pt idx="2293">
                <c:v>84.497</c:v>
              </c:pt>
              <c:pt idx="2294">
                <c:v>130.19</c:v>
              </c:pt>
              <c:pt idx="2295">
                <c:v>133.204</c:v>
              </c:pt>
              <c:pt idx="2296">
                <c:v>143.343</c:v>
              </c:pt>
              <c:pt idx="2297">
                <c:v>150.363</c:v>
              </c:pt>
              <c:pt idx="2298">
                <c:v>146.478</c:v>
              </c:pt>
              <c:pt idx="2299">
                <c:v>145.458</c:v>
              </c:pt>
              <c:pt idx="2300">
                <c:v>260.369</c:v>
              </c:pt>
              <c:pt idx="2301">
                <c:v>50.967</c:v>
              </c:pt>
              <c:pt idx="2302">
                <c:v>136.38</c:v>
              </c:pt>
              <c:pt idx="2303">
                <c:v>147.861</c:v>
              </c:pt>
              <c:pt idx="2304">
                <c:v>135.18</c:v>
              </c:pt>
              <c:pt idx="2305">
                <c:v>140.582</c:v>
              </c:pt>
              <c:pt idx="2306">
                <c:v>149.337</c:v>
              </c:pt>
              <c:pt idx="2307">
                <c:v>141.661</c:v>
              </c:pt>
              <c:pt idx="2308">
                <c:v>79.83</c:v>
              </c:pt>
              <c:pt idx="2309">
                <c:v>139.132</c:v>
              </c:pt>
              <c:pt idx="2310">
                <c:v>133.507</c:v>
              </c:pt>
              <c:pt idx="2311">
                <c:v>139.696</c:v>
              </c:pt>
              <c:pt idx="2312">
                <c:v>136.822</c:v>
              </c:pt>
              <c:pt idx="2313">
                <c:v>102.523</c:v>
              </c:pt>
              <c:pt idx="2314">
                <c:v>140.85</c:v>
              </c:pt>
              <c:pt idx="2315">
                <c:v>132.289</c:v>
              </c:pt>
              <c:pt idx="2316">
                <c:v>78.221</c:v>
              </c:pt>
              <c:pt idx="2317">
                <c:v>145.401</c:v>
              </c:pt>
              <c:pt idx="2318">
                <c:v>89.246</c:v>
              </c:pt>
              <c:pt idx="2319">
                <c:v>101.534</c:v>
              </c:pt>
              <c:pt idx="2320">
                <c:v>93.685</c:v>
              </c:pt>
              <c:pt idx="2321">
                <c:v>91.876</c:v>
              </c:pt>
              <c:pt idx="2322">
                <c:v>99.324</c:v>
              </c:pt>
              <c:pt idx="2323">
                <c:v>102.581</c:v>
              </c:pt>
              <c:pt idx="2324">
                <c:v>86.035</c:v>
              </c:pt>
              <c:pt idx="2325">
                <c:v>95.508</c:v>
              </c:pt>
              <c:pt idx="2326">
                <c:v>88.715</c:v>
              </c:pt>
              <c:pt idx="2327">
                <c:v>98.766</c:v>
              </c:pt>
              <c:pt idx="2328">
                <c:v>78.297</c:v>
              </c:pt>
              <c:pt idx="2329">
                <c:v>97.238</c:v>
              </c:pt>
              <c:pt idx="2330">
                <c:v>75.164</c:v>
              </c:pt>
              <c:pt idx="2331">
                <c:v>81.172</c:v>
              </c:pt>
              <c:pt idx="2332">
                <c:v>103.312</c:v>
              </c:pt>
              <c:pt idx="2333">
                <c:v>90.388</c:v>
              </c:pt>
              <c:pt idx="2334">
                <c:v>83.741</c:v>
              </c:pt>
              <c:pt idx="2335">
                <c:v>99.419</c:v>
              </c:pt>
              <c:pt idx="2336">
                <c:v>79.456</c:v>
              </c:pt>
              <c:pt idx="2337">
                <c:v>86.024</c:v>
              </c:pt>
              <c:pt idx="2338">
                <c:v>76.017</c:v>
              </c:pt>
              <c:pt idx="2339">
                <c:v>86.278</c:v>
              </c:pt>
              <c:pt idx="2340">
                <c:v>93.066</c:v>
              </c:pt>
              <c:pt idx="2341">
                <c:v>100.192</c:v>
              </c:pt>
              <c:pt idx="2342">
                <c:v>261.159</c:v>
              </c:pt>
              <c:pt idx="2343">
                <c:v>83.441</c:v>
              </c:pt>
              <c:pt idx="2344">
                <c:v>97.822</c:v>
              </c:pt>
              <c:pt idx="2345">
                <c:v>75.863</c:v>
              </c:pt>
              <c:pt idx="2346">
                <c:v>103.217</c:v>
              </c:pt>
              <c:pt idx="2347">
                <c:v>91.675</c:v>
              </c:pt>
              <c:pt idx="2348">
                <c:v>100.592</c:v>
              </c:pt>
              <c:pt idx="2349">
                <c:v>90.077</c:v>
              </c:pt>
              <c:pt idx="2350">
                <c:v>206.643</c:v>
              </c:pt>
              <c:pt idx="2351">
                <c:v>78.228</c:v>
              </c:pt>
              <c:pt idx="2352">
                <c:v>53.36</c:v>
              </c:pt>
              <c:pt idx="2353">
                <c:v>95.427</c:v>
              </c:pt>
              <c:pt idx="2354">
                <c:v>75.865</c:v>
              </c:pt>
              <c:pt idx="2355">
                <c:v>112.812</c:v>
              </c:pt>
              <c:pt idx="2356">
                <c:v>85.446</c:v>
              </c:pt>
              <c:pt idx="2357">
                <c:v>96.66</c:v>
              </c:pt>
              <c:pt idx="2358">
                <c:v>74.679</c:v>
              </c:pt>
              <c:pt idx="2359">
                <c:v>96.394</c:v>
              </c:pt>
              <c:pt idx="2360">
                <c:v>88.321</c:v>
              </c:pt>
              <c:pt idx="2361">
                <c:v>94.091</c:v>
              </c:pt>
              <c:pt idx="2362">
                <c:v>96.897</c:v>
              </c:pt>
              <c:pt idx="2363">
                <c:v>88.949</c:v>
              </c:pt>
              <c:pt idx="2364">
                <c:v>81.88</c:v>
              </c:pt>
              <c:pt idx="2365">
                <c:v>87.954</c:v>
              </c:pt>
              <c:pt idx="2366">
                <c:v>90.311</c:v>
              </c:pt>
              <c:pt idx="2367">
                <c:v>79.168</c:v>
              </c:pt>
              <c:pt idx="2368">
                <c:v>261.467</c:v>
              </c:pt>
              <c:pt idx="2369">
                <c:v>94.104</c:v>
              </c:pt>
              <c:pt idx="2370">
                <c:v>79.885</c:v>
              </c:pt>
              <c:pt idx="2371">
                <c:v>78.568</c:v>
              </c:pt>
              <c:pt idx="2372">
                <c:v>93.967</c:v>
              </c:pt>
              <c:pt idx="2373">
                <c:v>103.549</c:v>
              </c:pt>
              <c:pt idx="2374">
                <c:v>87.302</c:v>
              </c:pt>
              <c:pt idx="2375">
                <c:v>83.477</c:v>
              </c:pt>
              <c:pt idx="2376">
                <c:v>95.01</c:v>
              </c:pt>
              <c:pt idx="2377">
                <c:v>90.692</c:v>
              </c:pt>
              <c:pt idx="2378">
                <c:v>79.977</c:v>
              </c:pt>
              <c:pt idx="2379">
                <c:v>87.226</c:v>
              </c:pt>
              <c:pt idx="2380">
                <c:v>79.174</c:v>
              </c:pt>
              <c:pt idx="2381">
                <c:v>86.413</c:v>
              </c:pt>
              <c:pt idx="2382">
                <c:v>89.388</c:v>
              </c:pt>
              <c:pt idx="2383">
                <c:v>94.057</c:v>
              </c:pt>
              <c:pt idx="2384">
                <c:v>93.608</c:v>
              </c:pt>
              <c:pt idx="2385">
                <c:v>88.644</c:v>
              </c:pt>
              <c:pt idx="2386">
                <c:v>90.679</c:v>
              </c:pt>
              <c:pt idx="2387">
                <c:v>98.709</c:v>
              </c:pt>
              <c:pt idx="2388">
                <c:v>83.225</c:v>
              </c:pt>
              <c:pt idx="2389">
                <c:v>180.139</c:v>
              </c:pt>
              <c:pt idx="2390">
                <c:v>53.292</c:v>
              </c:pt>
              <c:pt idx="2391">
                <c:v>40.56</c:v>
              </c:pt>
              <c:pt idx="2392">
                <c:v>36.195</c:v>
              </c:pt>
              <c:pt idx="2393">
                <c:v>61.813</c:v>
              </c:pt>
              <c:pt idx="2394">
                <c:v>57.163</c:v>
              </c:pt>
              <c:pt idx="2395">
                <c:v>43.437</c:v>
              </c:pt>
              <c:pt idx="2396">
                <c:v>37.314</c:v>
              </c:pt>
              <c:pt idx="2397">
                <c:v>114.565</c:v>
              </c:pt>
              <c:pt idx="2398">
                <c:v>47.027</c:v>
              </c:pt>
              <c:pt idx="2399">
                <c:v>105.85</c:v>
              </c:pt>
              <c:pt idx="2400">
                <c:v>48.877</c:v>
              </c:pt>
              <c:pt idx="2401">
                <c:v>49.785</c:v>
              </c:pt>
              <c:pt idx="2402">
                <c:v>44.014</c:v>
              </c:pt>
              <c:pt idx="2403">
                <c:v>61.663</c:v>
              </c:pt>
              <c:pt idx="2404">
                <c:v>187.053</c:v>
              </c:pt>
              <c:pt idx="2405">
                <c:v>46.297</c:v>
              </c:pt>
              <c:pt idx="2406">
                <c:v>54.712</c:v>
              </c:pt>
              <c:pt idx="2407">
                <c:v>47.567</c:v>
              </c:pt>
              <c:pt idx="2408">
                <c:v>83.092</c:v>
              </c:pt>
              <c:pt idx="2409">
                <c:v>49.316</c:v>
              </c:pt>
              <c:pt idx="2410">
                <c:v>35.53</c:v>
              </c:pt>
              <c:pt idx="2411">
                <c:v>50.644</c:v>
              </c:pt>
              <c:pt idx="2412">
                <c:v>46.991</c:v>
              </c:pt>
              <c:pt idx="2413">
                <c:v>36.494</c:v>
              </c:pt>
              <c:pt idx="2414">
                <c:v>70.02</c:v>
              </c:pt>
              <c:pt idx="2415">
                <c:v>50.092</c:v>
              </c:pt>
              <c:pt idx="2416">
                <c:v>61.728</c:v>
              </c:pt>
              <c:pt idx="2417">
                <c:v>41.833</c:v>
              </c:pt>
              <c:pt idx="2418">
                <c:v>62.927</c:v>
              </c:pt>
              <c:pt idx="2419">
                <c:v>38.869</c:v>
              </c:pt>
              <c:pt idx="2420">
                <c:v>63.29</c:v>
              </c:pt>
              <c:pt idx="2421">
                <c:v>51.026</c:v>
              </c:pt>
              <c:pt idx="2422">
                <c:v>50.228</c:v>
              </c:pt>
              <c:pt idx="2423">
                <c:v>56.842</c:v>
              </c:pt>
              <c:pt idx="2424">
                <c:v>52.558</c:v>
              </c:pt>
              <c:pt idx="2425">
                <c:v>50.588</c:v>
              </c:pt>
              <c:pt idx="2426">
                <c:v>40.456</c:v>
              </c:pt>
              <c:pt idx="2427">
                <c:v>59.84</c:v>
              </c:pt>
              <c:pt idx="2428">
                <c:v>45.997</c:v>
              </c:pt>
              <c:pt idx="2429">
                <c:v>100.205</c:v>
              </c:pt>
              <c:pt idx="2430">
                <c:v>43.62</c:v>
              </c:pt>
              <c:pt idx="2431">
                <c:v>48.024</c:v>
              </c:pt>
              <c:pt idx="2432">
                <c:v>37.231</c:v>
              </c:pt>
              <c:pt idx="2433">
                <c:v>50.975</c:v>
              </c:pt>
              <c:pt idx="2434">
                <c:v>45.886</c:v>
              </c:pt>
              <c:pt idx="2435">
                <c:v>56.434</c:v>
              </c:pt>
              <c:pt idx="2436">
                <c:v>48.974</c:v>
              </c:pt>
              <c:pt idx="2437">
                <c:v>39.97</c:v>
              </c:pt>
              <c:pt idx="2438">
                <c:v>42.226</c:v>
              </c:pt>
              <c:pt idx="2439">
                <c:v>251.367</c:v>
              </c:pt>
              <c:pt idx="2440">
                <c:v>36.999</c:v>
              </c:pt>
              <c:pt idx="2441">
                <c:v>46.488</c:v>
              </c:pt>
              <c:pt idx="2442">
                <c:v>46.803</c:v>
              </c:pt>
              <c:pt idx="2443">
                <c:v>44.07</c:v>
              </c:pt>
              <c:pt idx="2444">
                <c:v>253.19</c:v>
              </c:pt>
              <c:pt idx="2445">
                <c:v>48.541</c:v>
              </c:pt>
              <c:pt idx="2446">
                <c:v>238.642</c:v>
              </c:pt>
              <c:pt idx="2447">
                <c:v>59.616</c:v>
              </c:pt>
              <c:pt idx="2448">
                <c:v>261.069</c:v>
              </c:pt>
              <c:pt idx="2449">
                <c:v>153.478</c:v>
              </c:pt>
              <c:pt idx="2450">
                <c:v>169.579</c:v>
              </c:pt>
              <c:pt idx="2451">
                <c:v>179.594</c:v>
              </c:pt>
              <c:pt idx="2452">
                <c:v>168.497</c:v>
              </c:pt>
              <c:pt idx="2453">
                <c:v>177.648</c:v>
              </c:pt>
              <c:pt idx="2454">
                <c:v>169.395</c:v>
              </c:pt>
              <c:pt idx="2455">
                <c:v>166.742</c:v>
              </c:pt>
              <c:pt idx="2456">
                <c:v>178.345</c:v>
              </c:pt>
              <c:pt idx="2457">
                <c:v>166.309</c:v>
              </c:pt>
              <c:pt idx="2458">
                <c:v>170.89</c:v>
              </c:pt>
              <c:pt idx="2459">
                <c:v>173.096</c:v>
              </c:pt>
              <c:pt idx="2460">
                <c:v>175.944</c:v>
              </c:pt>
              <c:pt idx="2461">
                <c:v>177.59</c:v>
              </c:pt>
              <c:pt idx="2462">
                <c:v>180.468</c:v>
              </c:pt>
              <c:pt idx="2463">
                <c:v>167.971</c:v>
              </c:pt>
              <c:pt idx="2464">
                <c:v>153.664</c:v>
              </c:pt>
              <c:pt idx="2465">
                <c:v>218.369</c:v>
              </c:pt>
              <c:pt idx="2466">
                <c:v>167.779</c:v>
              </c:pt>
              <c:pt idx="2467">
                <c:v>171.466</c:v>
              </c:pt>
              <c:pt idx="2468">
                <c:v>218.584</c:v>
              </c:pt>
              <c:pt idx="2469">
                <c:v>169.962</c:v>
              </c:pt>
              <c:pt idx="2470">
                <c:v>177.37</c:v>
              </c:pt>
              <c:pt idx="2471">
                <c:v>228.693</c:v>
              </c:pt>
              <c:pt idx="2472">
                <c:v>196.681</c:v>
              </c:pt>
              <c:pt idx="2473">
                <c:v>104.125</c:v>
              </c:pt>
              <c:pt idx="2474">
                <c:v>87.24</c:v>
              </c:pt>
              <c:pt idx="2475">
                <c:v>85.505</c:v>
              </c:pt>
              <c:pt idx="2476">
                <c:v>91.705</c:v>
              </c:pt>
              <c:pt idx="2477">
                <c:v>82.49</c:v>
              </c:pt>
              <c:pt idx="2478">
                <c:v>97.549</c:v>
              </c:pt>
              <c:pt idx="2479">
                <c:v>85.602</c:v>
              </c:pt>
              <c:pt idx="2480">
                <c:v>98.157</c:v>
              </c:pt>
              <c:pt idx="2481">
                <c:v>83.342</c:v>
              </c:pt>
              <c:pt idx="2482">
                <c:v>245.659</c:v>
              </c:pt>
              <c:pt idx="2483">
                <c:v>84.823</c:v>
              </c:pt>
              <c:pt idx="2484">
                <c:v>87.586</c:v>
              </c:pt>
              <c:pt idx="2485">
                <c:v>102.34</c:v>
              </c:pt>
              <c:pt idx="2486">
                <c:v>102.739</c:v>
              </c:pt>
              <c:pt idx="2487">
                <c:v>104.778</c:v>
              </c:pt>
              <c:pt idx="2488">
                <c:v>251.744</c:v>
              </c:pt>
              <c:pt idx="2489">
                <c:v>85.636</c:v>
              </c:pt>
              <c:pt idx="2490">
                <c:v>81.487</c:v>
              </c:pt>
              <c:pt idx="2491">
                <c:v>103.889</c:v>
              </c:pt>
              <c:pt idx="2492">
                <c:v>81.336</c:v>
              </c:pt>
              <c:pt idx="2493">
                <c:v>104.161</c:v>
              </c:pt>
              <c:pt idx="2494">
                <c:v>86.346</c:v>
              </c:pt>
              <c:pt idx="2495">
                <c:v>98.682</c:v>
              </c:pt>
              <c:pt idx="2496">
                <c:v>96.583</c:v>
              </c:pt>
              <c:pt idx="2497">
                <c:v>99.656</c:v>
              </c:pt>
              <c:pt idx="2498">
                <c:v>97.038</c:v>
              </c:pt>
              <c:pt idx="2499">
                <c:v>141.111</c:v>
              </c:pt>
              <c:pt idx="2500">
                <c:v>193.852</c:v>
              </c:pt>
              <c:pt idx="2501">
                <c:v>88.836</c:v>
              </c:pt>
              <c:pt idx="2502">
                <c:v>92.436</c:v>
              </c:pt>
              <c:pt idx="2503">
                <c:v>87.861</c:v>
              </c:pt>
              <c:pt idx="2504">
                <c:v>93.001</c:v>
              </c:pt>
              <c:pt idx="2505">
                <c:v>38.017</c:v>
              </c:pt>
              <c:pt idx="2506">
                <c:v>73.372</c:v>
              </c:pt>
              <c:pt idx="2507">
                <c:v>39.337</c:v>
              </c:pt>
              <c:pt idx="2508">
                <c:v>65.49</c:v>
              </c:pt>
              <c:pt idx="2509">
                <c:v>66.633</c:v>
              </c:pt>
              <c:pt idx="2510">
                <c:v>81.914</c:v>
              </c:pt>
              <c:pt idx="2511">
                <c:v>54.607</c:v>
              </c:pt>
              <c:pt idx="2512">
                <c:v>75.442</c:v>
              </c:pt>
              <c:pt idx="2513">
                <c:v>57.75</c:v>
              </c:pt>
              <c:pt idx="2514">
                <c:v>52.934</c:v>
              </c:pt>
              <c:pt idx="2515">
                <c:v>88.295</c:v>
              </c:pt>
              <c:pt idx="2516">
                <c:v>55.734</c:v>
              </c:pt>
              <c:pt idx="2517">
                <c:v>41.823</c:v>
              </c:pt>
              <c:pt idx="2518">
                <c:v>82.736</c:v>
              </c:pt>
              <c:pt idx="2519">
                <c:v>37.725</c:v>
              </c:pt>
              <c:pt idx="2520">
                <c:v>44.815</c:v>
              </c:pt>
              <c:pt idx="2521">
                <c:v>81.093</c:v>
              </c:pt>
              <c:pt idx="2522">
                <c:v>82.521</c:v>
              </c:pt>
              <c:pt idx="2523">
                <c:v>191.236</c:v>
              </c:pt>
              <c:pt idx="2524">
                <c:v>79.149</c:v>
              </c:pt>
              <c:pt idx="2525">
                <c:v>44.868</c:v>
              </c:pt>
              <c:pt idx="2526">
                <c:v>54.254</c:v>
              </c:pt>
              <c:pt idx="2527">
                <c:v>40.804</c:v>
              </c:pt>
              <c:pt idx="2528">
                <c:v>53.728</c:v>
              </c:pt>
              <c:pt idx="2529">
                <c:v>53.565</c:v>
              </c:pt>
              <c:pt idx="2530">
                <c:v>88.823</c:v>
              </c:pt>
              <c:pt idx="2531">
                <c:v>72.615</c:v>
              </c:pt>
              <c:pt idx="2532">
                <c:v>53.07</c:v>
              </c:pt>
              <c:pt idx="2533">
                <c:v>71.912</c:v>
              </c:pt>
              <c:pt idx="2534">
                <c:v>48.674</c:v>
              </c:pt>
              <c:pt idx="2535">
                <c:v>78.681</c:v>
              </c:pt>
              <c:pt idx="2536">
                <c:v>39.8</c:v>
              </c:pt>
              <c:pt idx="2537">
                <c:v>59.35</c:v>
              </c:pt>
              <c:pt idx="2538">
                <c:v>54.511</c:v>
              </c:pt>
              <c:pt idx="2539">
                <c:v>38.042</c:v>
              </c:pt>
              <c:pt idx="2540">
                <c:v>84.625</c:v>
              </c:pt>
              <c:pt idx="2541">
                <c:v>215.975</c:v>
              </c:pt>
              <c:pt idx="2542">
                <c:v>54.267</c:v>
              </c:pt>
              <c:pt idx="2543">
                <c:v>87.835</c:v>
              </c:pt>
              <c:pt idx="2544">
                <c:v>62.724</c:v>
              </c:pt>
              <c:pt idx="2545">
                <c:v>66.149</c:v>
              </c:pt>
              <c:pt idx="2546">
                <c:v>44.972</c:v>
              </c:pt>
              <c:pt idx="2547">
                <c:v>209.457</c:v>
              </c:pt>
              <c:pt idx="2548">
                <c:v>83.384</c:v>
              </c:pt>
              <c:pt idx="2549">
                <c:v>75.206</c:v>
              </c:pt>
              <c:pt idx="2550">
                <c:v>48.694</c:v>
              </c:pt>
              <c:pt idx="2551">
                <c:v>263.049</c:v>
              </c:pt>
              <c:pt idx="2552">
                <c:v>65.613</c:v>
              </c:pt>
              <c:pt idx="2553">
                <c:v>49.875</c:v>
              </c:pt>
              <c:pt idx="2554">
                <c:v>72.557</c:v>
              </c:pt>
              <c:pt idx="2555">
                <c:v>68.522</c:v>
              </c:pt>
              <c:pt idx="2556">
                <c:v>59.498</c:v>
              </c:pt>
              <c:pt idx="2557">
                <c:v>69.606</c:v>
              </c:pt>
              <c:pt idx="2558">
                <c:v>69.256</c:v>
              </c:pt>
              <c:pt idx="2559">
                <c:v>71.944</c:v>
              </c:pt>
              <c:pt idx="2560">
                <c:v>77.921</c:v>
              </c:pt>
              <c:pt idx="2561">
                <c:v>77.693</c:v>
              </c:pt>
              <c:pt idx="2562">
                <c:v>66.118</c:v>
              </c:pt>
              <c:pt idx="2563">
                <c:v>60.659</c:v>
              </c:pt>
              <c:pt idx="2564">
                <c:v>51.919</c:v>
              </c:pt>
              <c:pt idx="2565">
                <c:v>57.655</c:v>
              </c:pt>
              <c:pt idx="2566">
                <c:v>46.107</c:v>
              </c:pt>
              <c:pt idx="2567">
                <c:v>100.342</c:v>
              </c:pt>
              <c:pt idx="2568">
                <c:v>163.457</c:v>
              </c:pt>
              <c:pt idx="2569">
                <c:v>151.795</c:v>
              </c:pt>
              <c:pt idx="2570">
                <c:v>164.035</c:v>
              </c:pt>
              <c:pt idx="2571">
                <c:v>154.32</c:v>
              </c:pt>
              <c:pt idx="2572">
                <c:v>156.884</c:v>
              </c:pt>
              <c:pt idx="2573">
                <c:v>167.267</c:v>
              </c:pt>
              <c:pt idx="2574">
                <c:v>166.505</c:v>
              </c:pt>
              <c:pt idx="2575">
                <c:v>157.783</c:v>
              </c:pt>
              <c:pt idx="2576">
                <c:v>149.062</c:v>
              </c:pt>
              <c:pt idx="2577">
                <c:v>148.833</c:v>
              </c:pt>
              <c:pt idx="2578">
                <c:v>80.723</c:v>
              </c:pt>
              <c:pt idx="2579">
                <c:v>164.764</c:v>
              </c:pt>
              <c:pt idx="2580">
                <c:v>151.003</c:v>
              </c:pt>
              <c:pt idx="2581">
                <c:v>199.893</c:v>
              </c:pt>
              <c:pt idx="2582">
                <c:v>169.044</c:v>
              </c:pt>
              <c:pt idx="2583">
                <c:v>148.416</c:v>
              </c:pt>
              <c:pt idx="2584">
                <c:v>169.734</c:v>
              </c:pt>
              <c:pt idx="2585">
                <c:v>163.622</c:v>
              </c:pt>
              <c:pt idx="2586">
                <c:v>167.102</c:v>
              </c:pt>
              <c:pt idx="2587">
                <c:v>164.252</c:v>
              </c:pt>
              <c:pt idx="2588">
                <c:v>221.027</c:v>
              </c:pt>
              <c:pt idx="2589">
                <c:v>157.104</c:v>
              </c:pt>
              <c:pt idx="2590">
                <c:v>164.747</c:v>
              </c:pt>
              <c:pt idx="2591">
                <c:v>158.874</c:v>
              </c:pt>
              <c:pt idx="2592">
                <c:v>156.109</c:v>
              </c:pt>
              <c:pt idx="2593">
                <c:v>36.13</c:v>
              </c:pt>
              <c:pt idx="2594">
                <c:v>73.269</c:v>
              </c:pt>
              <c:pt idx="2595">
                <c:v>147.095</c:v>
              </c:pt>
              <c:pt idx="2596">
                <c:v>45.68</c:v>
              </c:pt>
              <c:pt idx="2597">
                <c:v>225.171</c:v>
              </c:pt>
              <c:pt idx="2598">
                <c:v>180.767</c:v>
              </c:pt>
              <c:pt idx="2599">
                <c:v>186.988</c:v>
              </c:pt>
              <c:pt idx="2600">
                <c:v>181.612</c:v>
              </c:pt>
              <c:pt idx="2601">
                <c:v>52.213</c:v>
              </c:pt>
              <c:pt idx="2602">
                <c:v>46.637</c:v>
              </c:pt>
              <c:pt idx="2603">
                <c:v>55.807</c:v>
              </c:pt>
              <c:pt idx="2604">
                <c:v>52.057</c:v>
              </c:pt>
              <c:pt idx="2605">
                <c:v>90.737</c:v>
              </c:pt>
              <c:pt idx="2606">
                <c:v>107.828</c:v>
              </c:pt>
              <c:pt idx="2607">
                <c:v>106.147</c:v>
              </c:pt>
              <c:pt idx="2608">
                <c:v>111.197</c:v>
              </c:pt>
              <c:pt idx="2609">
                <c:v>101.403</c:v>
              </c:pt>
              <c:pt idx="2610">
                <c:v>90.473</c:v>
              </c:pt>
              <c:pt idx="2611">
                <c:v>91.172</c:v>
              </c:pt>
              <c:pt idx="2612">
                <c:v>140.803</c:v>
              </c:pt>
              <c:pt idx="2613">
                <c:v>107.724</c:v>
              </c:pt>
              <c:pt idx="2614">
                <c:v>92.975</c:v>
              </c:pt>
              <c:pt idx="2615">
                <c:v>111.24</c:v>
              </c:pt>
              <c:pt idx="2616">
                <c:v>202.118</c:v>
              </c:pt>
              <c:pt idx="2617">
                <c:v>94.526</c:v>
              </c:pt>
              <c:pt idx="2618">
                <c:v>104.563</c:v>
              </c:pt>
              <c:pt idx="2619">
                <c:v>105.042</c:v>
              </c:pt>
              <c:pt idx="2620">
                <c:v>92.941</c:v>
              </c:pt>
              <c:pt idx="2621">
                <c:v>105.655</c:v>
              </c:pt>
              <c:pt idx="2622">
                <c:v>113.266</c:v>
              </c:pt>
              <c:pt idx="2623">
                <c:v>98.809</c:v>
              </c:pt>
              <c:pt idx="2624">
                <c:v>90.106</c:v>
              </c:pt>
              <c:pt idx="2625">
                <c:v>102.062</c:v>
              </c:pt>
              <c:pt idx="2626">
                <c:v>113.083</c:v>
              </c:pt>
              <c:pt idx="2627">
                <c:v>137.009</c:v>
              </c:pt>
              <c:pt idx="2628">
                <c:v>103.859</c:v>
              </c:pt>
              <c:pt idx="2629">
                <c:v>108.906</c:v>
              </c:pt>
              <c:pt idx="2630">
                <c:v>90.703</c:v>
              </c:pt>
              <c:pt idx="2631">
                <c:v>104.773</c:v>
              </c:pt>
              <c:pt idx="2632">
                <c:v>102.114</c:v>
              </c:pt>
              <c:pt idx="2633">
                <c:v>97.218</c:v>
              </c:pt>
              <c:pt idx="2634">
                <c:v>117.805</c:v>
              </c:pt>
              <c:pt idx="2635">
                <c:v>116.656</c:v>
              </c:pt>
              <c:pt idx="2636">
                <c:v>103.777</c:v>
              </c:pt>
              <c:pt idx="2637">
                <c:v>105.74</c:v>
              </c:pt>
              <c:pt idx="2638">
                <c:v>112.882</c:v>
              </c:pt>
              <c:pt idx="2639">
                <c:v>107.814</c:v>
              </c:pt>
              <c:pt idx="2640">
                <c:v>90.13</c:v>
              </c:pt>
              <c:pt idx="2641">
                <c:v>101.862</c:v>
              </c:pt>
              <c:pt idx="2642">
                <c:v>93.58</c:v>
              </c:pt>
              <c:pt idx="2643">
                <c:v>99.723</c:v>
              </c:pt>
              <c:pt idx="2644">
                <c:v>117.691</c:v>
              </c:pt>
              <c:pt idx="2645">
                <c:v>164.813</c:v>
              </c:pt>
              <c:pt idx="2646">
                <c:v>105.737</c:v>
              </c:pt>
              <c:pt idx="2647">
                <c:v>117.791</c:v>
              </c:pt>
              <c:pt idx="2648">
                <c:v>93.744</c:v>
              </c:pt>
              <c:pt idx="2649">
                <c:v>95.351</c:v>
              </c:pt>
              <c:pt idx="2650">
                <c:v>117.191</c:v>
              </c:pt>
              <c:pt idx="2651">
                <c:v>100.646</c:v>
              </c:pt>
              <c:pt idx="2652">
                <c:v>98.003</c:v>
              </c:pt>
              <c:pt idx="2653">
                <c:v>116.491</c:v>
              </c:pt>
              <c:pt idx="2654">
                <c:v>113.75</c:v>
              </c:pt>
              <c:pt idx="2655">
                <c:v>101.405</c:v>
              </c:pt>
              <c:pt idx="2656">
                <c:v>108.186</c:v>
              </c:pt>
              <c:pt idx="2657">
                <c:v>117.607</c:v>
              </c:pt>
              <c:pt idx="2658">
                <c:v>118.153</c:v>
              </c:pt>
              <c:pt idx="2659">
                <c:v>56.588</c:v>
              </c:pt>
              <c:pt idx="2660">
                <c:v>55.047</c:v>
              </c:pt>
              <c:pt idx="2661">
                <c:v>59.245</c:v>
              </c:pt>
              <c:pt idx="2662">
                <c:v>48.54</c:v>
              </c:pt>
              <c:pt idx="2663">
                <c:v>48.703</c:v>
              </c:pt>
              <c:pt idx="2664">
                <c:v>57.135</c:v>
              </c:pt>
              <c:pt idx="2665">
                <c:v>51.953</c:v>
              </c:pt>
              <c:pt idx="2666">
                <c:v>50.589</c:v>
              </c:pt>
              <c:pt idx="2667">
                <c:v>49.641</c:v>
              </c:pt>
              <c:pt idx="2668">
                <c:v>48.987</c:v>
              </c:pt>
              <c:pt idx="2669">
                <c:v>56.746</c:v>
              </c:pt>
              <c:pt idx="2670">
                <c:v>60.678</c:v>
              </c:pt>
              <c:pt idx="2671">
                <c:v>55.056</c:v>
              </c:pt>
              <c:pt idx="2672">
                <c:v>59.842</c:v>
              </c:pt>
              <c:pt idx="2673">
                <c:v>67.222</c:v>
              </c:pt>
              <c:pt idx="2674">
                <c:v>222.455</c:v>
              </c:pt>
              <c:pt idx="2675">
                <c:v>253.259</c:v>
              </c:pt>
              <c:pt idx="2676">
                <c:v>114.437</c:v>
              </c:pt>
              <c:pt idx="2677">
                <c:v>209.627</c:v>
              </c:pt>
              <c:pt idx="2678">
                <c:v>35.052</c:v>
              </c:pt>
              <c:pt idx="2679">
                <c:v>156.469</c:v>
              </c:pt>
              <c:pt idx="2680">
                <c:v>153.793</c:v>
              </c:pt>
              <c:pt idx="2681">
                <c:v>145.735</c:v>
              </c:pt>
              <c:pt idx="2682">
                <c:v>226.854</c:v>
              </c:pt>
              <c:pt idx="2683">
                <c:v>180.068</c:v>
              </c:pt>
              <c:pt idx="2684">
                <c:v>113.845</c:v>
              </c:pt>
              <c:pt idx="2685">
                <c:v>59.632</c:v>
              </c:pt>
              <c:pt idx="2686">
                <c:v>133.517</c:v>
              </c:pt>
              <c:pt idx="2687">
                <c:v>113.692</c:v>
              </c:pt>
              <c:pt idx="2688">
                <c:v>220.263</c:v>
              </c:pt>
              <c:pt idx="2689">
                <c:v>109.739</c:v>
              </c:pt>
              <c:pt idx="2690">
                <c:v>105.431</c:v>
              </c:pt>
              <c:pt idx="2691">
                <c:v>110.35</c:v>
              </c:pt>
              <c:pt idx="2692">
                <c:v>109.327</c:v>
              </c:pt>
              <c:pt idx="2693">
                <c:v>102.751</c:v>
              </c:pt>
              <c:pt idx="2694">
                <c:v>98.054</c:v>
              </c:pt>
              <c:pt idx="2695">
                <c:v>96.238</c:v>
              </c:pt>
              <c:pt idx="2696">
                <c:v>99.539</c:v>
              </c:pt>
              <c:pt idx="2697">
                <c:v>105.783</c:v>
              </c:pt>
              <c:pt idx="2698">
                <c:v>97.916</c:v>
              </c:pt>
              <c:pt idx="2699">
                <c:v>105.948</c:v>
              </c:pt>
              <c:pt idx="2700">
                <c:v>103.087</c:v>
              </c:pt>
              <c:pt idx="2701">
                <c:v>108.248</c:v>
              </c:pt>
              <c:pt idx="2702">
                <c:v>110.161</c:v>
              </c:pt>
              <c:pt idx="2703">
                <c:v>101.649</c:v>
              </c:pt>
              <c:pt idx="2704">
                <c:v>99.64</c:v>
              </c:pt>
              <c:pt idx="2705">
                <c:v>108.574</c:v>
              </c:pt>
              <c:pt idx="2706">
                <c:v>164.402</c:v>
              </c:pt>
              <c:pt idx="2707">
                <c:v>107.43</c:v>
              </c:pt>
              <c:pt idx="2708">
                <c:v>106.898</c:v>
              </c:pt>
              <c:pt idx="2709">
                <c:v>99.074</c:v>
              </c:pt>
              <c:pt idx="2710">
                <c:v>107.25</c:v>
              </c:pt>
              <c:pt idx="2711">
                <c:v>103.231</c:v>
              </c:pt>
              <c:pt idx="2712">
                <c:v>107.197</c:v>
              </c:pt>
              <c:pt idx="2713">
                <c:v>252.018</c:v>
              </c:pt>
              <c:pt idx="2714">
                <c:v>261.971</c:v>
              </c:pt>
              <c:pt idx="2715">
                <c:v>219.721</c:v>
              </c:pt>
              <c:pt idx="2716">
                <c:v>177.146</c:v>
              </c:pt>
              <c:pt idx="2717">
                <c:v>146.341</c:v>
              </c:pt>
              <c:pt idx="2718">
                <c:v>71.99</c:v>
              </c:pt>
              <c:pt idx="2719">
                <c:v>111.987</c:v>
              </c:pt>
              <c:pt idx="2720">
                <c:v>192.939</c:v>
              </c:pt>
              <c:pt idx="2721">
                <c:v>194.214</c:v>
              </c:pt>
              <c:pt idx="2722">
                <c:v>240.261</c:v>
              </c:pt>
              <c:pt idx="2723">
                <c:v>111.475</c:v>
              </c:pt>
              <c:pt idx="2724">
                <c:v>114.315</c:v>
              </c:pt>
              <c:pt idx="2725">
                <c:v>107.687</c:v>
              </c:pt>
              <c:pt idx="2726">
                <c:v>123.642</c:v>
              </c:pt>
              <c:pt idx="2727">
                <c:v>125.975</c:v>
              </c:pt>
              <c:pt idx="2728">
                <c:v>109.23</c:v>
              </c:pt>
              <c:pt idx="2729">
                <c:v>126.41</c:v>
              </c:pt>
              <c:pt idx="2730">
                <c:v>124.755</c:v>
              </c:pt>
              <c:pt idx="2731">
                <c:v>128.222</c:v>
              </c:pt>
              <c:pt idx="2732">
                <c:v>118.867</c:v>
              </c:pt>
              <c:pt idx="2733">
                <c:v>121.168</c:v>
              </c:pt>
              <c:pt idx="2734">
                <c:v>116.823</c:v>
              </c:pt>
              <c:pt idx="2735">
                <c:v>108.913</c:v>
              </c:pt>
              <c:pt idx="2736">
                <c:v>117.162</c:v>
              </c:pt>
              <c:pt idx="2737">
                <c:v>50.433</c:v>
              </c:pt>
              <c:pt idx="2738">
                <c:v>114.286</c:v>
              </c:pt>
              <c:pt idx="2739">
                <c:v>106.384</c:v>
              </c:pt>
              <c:pt idx="2740">
                <c:v>127.903</c:v>
              </c:pt>
              <c:pt idx="2741">
                <c:v>258.367</c:v>
              </c:pt>
              <c:pt idx="2742">
                <c:v>136.33</c:v>
              </c:pt>
              <c:pt idx="2743">
                <c:v>125.214</c:v>
              </c:pt>
              <c:pt idx="2744">
                <c:v>126.616</c:v>
              </c:pt>
              <c:pt idx="2745">
                <c:v>127.84</c:v>
              </c:pt>
              <c:pt idx="2746">
                <c:v>109.318</c:v>
              </c:pt>
              <c:pt idx="2747">
                <c:v>125.78</c:v>
              </c:pt>
              <c:pt idx="2748">
                <c:v>127.092</c:v>
              </c:pt>
              <c:pt idx="2749">
                <c:v>121.744</c:v>
              </c:pt>
              <c:pt idx="2750">
                <c:v>122.051</c:v>
              </c:pt>
              <c:pt idx="2751">
                <c:v>109.594</c:v>
              </c:pt>
              <c:pt idx="2752">
                <c:v>111.849</c:v>
              </c:pt>
              <c:pt idx="2753">
                <c:v>81.329</c:v>
              </c:pt>
              <c:pt idx="2754">
                <c:v>77.799</c:v>
              </c:pt>
              <c:pt idx="2755">
                <c:v>115.463</c:v>
              </c:pt>
              <c:pt idx="2756">
                <c:v>46.824</c:v>
              </c:pt>
              <c:pt idx="2757">
                <c:v>51.173</c:v>
              </c:pt>
              <c:pt idx="2758">
                <c:v>35.117</c:v>
              </c:pt>
              <c:pt idx="2759">
                <c:v>42.997</c:v>
              </c:pt>
              <c:pt idx="2760">
                <c:v>51.913</c:v>
              </c:pt>
              <c:pt idx="2761">
                <c:v>48.073</c:v>
              </c:pt>
              <c:pt idx="2762">
                <c:v>43.522</c:v>
              </c:pt>
              <c:pt idx="2763">
                <c:v>52.14</c:v>
              </c:pt>
              <c:pt idx="2764">
                <c:v>37.553</c:v>
              </c:pt>
              <c:pt idx="2765">
                <c:v>45.193</c:v>
              </c:pt>
              <c:pt idx="2766">
                <c:v>47.417</c:v>
              </c:pt>
              <c:pt idx="2767">
                <c:v>181.713</c:v>
              </c:pt>
              <c:pt idx="2768">
                <c:v>155.551</c:v>
              </c:pt>
              <c:pt idx="2769">
                <c:v>45.976</c:v>
              </c:pt>
              <c:pt idx="2770">
                <c:v>44.883</c:v>
              </c:pt>
              <c:pt idx="2771">
                <c:v>48.94</c:v>
              </c:pt>
              <c:pt idx="2772">
                <c:v>40.377</c:v>
              </c:pt>
              <c:pt idx="2773">
                <c:v>48.229</c:v>
              </c:pt>
              <c:pt idx="2774">
                <c:v>211.051</c:v>
              </c:pt>
              <c:pt idx="2775">
                <c:v>126.922</c:v>
              </c:pt>
              <c:pt idx="2776">
                <c:v>74.102</c:v>
              </c:pt>
              <c:pt idx="2777">
                <c:v>43.934</c:v>
              </c:pt>
              <c:pt idx="2778">
                <c:v>42.096</c:v>
              </c:pt>
              <c:pt idx="2779">
                <c:v>44.469</c:v>
              </c:pt>
              <c:pt idx="2780">
                <c:v>45.783</c:v>
              </c:pt>
              <c:pt idx="2781">
                <c:v>109.266</c:v>
              </c:pt>
              <c:pt idx="2782">
                <c:v>40.447</c:v>
              </c:pt>
              <c:pt idx="2783">
                <c:v>43.256</c:v>
              </c:pt>
              <c:pt idx="2784">
                <c:v>43.072</c:v>
              </c:pt>
              <c:pt idx="2785">
                <c:v>43.751</c:v>
              </c:pt>
              <c:pt idx="2786">
                <c:v>38.659</c:v>
              </c:pt>
              <c:pt idx="2787">
                <c:v>48.795</c:v>
              </c:pt>
              <c:pt idx="2788">
                <c:v>48.553</c:v>
              </c:pt>
              <c:pt idx="2789">
                <c:v>215.104</c:v>
              </c:pt>
              <c:pt idx="2790">
                <c:v>44.947</c:v>
              </c:pt>
              <c:pt idx="2791">
                <c:v>37.527</c:v>
              </c:pt>
              <c:pt idx="2792">
                <c:v>45.238</c:v>
              </c:pt>
              <c:pt idx="2793">
                <c:v>35.051</c:v>
              </c:pt>
              <c:pt idx="2794">
                <c:v>100.858</c:v>
              </c:pt>
              <c:pt idx="2795">
                <c:v>41.139</c:v>
              </c:pt>
              <c:pt idx="2796">
                <c:v>50.126</c:v>
              </c:pt>
              <c:pt idx="2797">
                <c:v>49.152</c:v>
              </c:pt>
              <c:pt idx="2798">
                <c:v>46.056</c:v>
              </c:pt>
              <c:pt idx="2799">
                <c:v>36.556</c:v>
              </c:pt>
              <c:pt idx="2800">
                <c:v>36.924</c:v>
              </c:pt>
              <c:pt idx="2801">
                <c:v>36.438</c:v>
              </c:pt>
              <c:pt idx="2802">
                <c:v>35.295</c:v>
              </c:pt>
              <c:pt idx="2803">
                <c:v>36.883</c:v>
              </c:pt>
              <c:pt idx="2804">
                <c:v>45.213</c:v>
              </c:pt>
              <c:pt idx="2805">
                <c:v>172.036</c:v>
              </c:pt>
              <c:pt idx="2806">
                <c:v>93.195</c:v>
              </c:pt>
              <c:pt idx="2807">
                <c:v>50.033</c:v>
              </c:pt>
              <c:pt idx="2808">
                <c:v>44.617</c:v>
              </c:pt>
              <c:pt idx="2809">
                <c:v>37.925</c:v>
              </c:pt>
              <c:pt idx="2810">
                <c:v>46.95</c:v>
              </c:pt>
              <c:pt idx="2811">
                <c:v>49.098</c:v>
              </c:pt>
              <c:pt idx="2812">
                <c:v>41.439</c:v>
              </c:pt>
              <c:pt idx="2813">
                <c:v>46.103</c:v>
              </c:pt>
              <c:pt idx="2814">
                <c:v>81.26</c:v>
              </c:pt>
              <c:pt idx="2815">
                <c:v>97.466</c:v>
              </c:pt>
              <c:pt idx="2816">
                <c:v>89.385</c:v>
              </c:pt>
              <c:pt idx="2817">
                <c:v>98.224</c:v>
              </c:pt>
              <c:pt idx="2818">
                <c:v>79.85</c:v>
              </c:pt>
              <c:pt idx="2819">
                <c:v>96.396</c:v>
              </c:pt>
              <c:pt idx="2820">
                <c:v>95.834</c:v>
              </c:pt>
              <c:pt idx="2821">
                <c:v>85.726</c:v>
              </c:pt>
              <c:pt idx="2822">
                <c:v>94.25</c:v>
              </c:pt>
              <c:pt idx="2823">
                <c:v>92.065</c:v>
              </c:pt>
              <c:pt idx="2824">
                <c:v>83.383</c:v>
              </c:pt>
              <c:pt idx="2825">
                <c:v>91.576</c:v>
              </c:pt>
              <c:pt idx="2826">
                <c:v>48.207</c:v>
              </c:pt>
              <c:pt idx="2827">
                <c:v>83.473</c:v>
              </c:pt>
              <c:pt idx="2828">
                <c:v>91.381</c:v>
              </c:pt>
              <c:pt idx="2829">
                <c:v>83.729</c:v>
              </c:pt>
              <c:pt idx="2830">
                <c:v>95.883</c:v>
              </c:pt>
              <c:pt idx="2831">
                <c:v>79.949</c:v>
              </c:pt>
              <c:pt idx="2832">
                <c:v>89.394</c:v>
              </c:pt>
              <c:pt idx="2833">
                <c:v>113.59</c:v>
              </c:pt>
              <c:pt idx="2834">
                <c:v>140.846</c:v>
              </c:pt>
              <c:pt idx="2835">
                <c:v>82.05</c:v>
              </c:pt>
              <c:pt idx="2836">
                <c:v>92.141</c:v>
              </c:pt>
              <c:pt idx="2837">
                <c:v>70.712</c:v>
              </c:pt>
              <c:pt idx="2838">
                <c:v>101.212</c:v>
              </c:pt>
              <c:pt idx="2839">
                <c:v>87.665</c:v>
              </c:pt>
              <c:pt idx="2840">
                <c:v>88.572</c:v>
              </c:pt>
              <c:pt idx="2841">
                <c:v>93.477</c:v>
              </c:pt>
              <c:pt idx="2842">
                <c:v>90.263</c:v>
              </c:pt>
              <c:pt idx="2843">
                <c:v>95.51</c:v>
              </c:pt>
              <c:pt idx="2844">
                <c:v>90.491</c:v>
              </c:pt>
              <c:pt idx="2845">
                <c:v>91.91</c:v>
              </c:pt>
              <c:pt idx="2846">
                <c:v>91.755</c:v>
              </c:pt>
              <c:pt idx="2847">
                <c:v>70.271</c:v>
              </c:pt>
              <c:pt idx="2848">
                <c:v>129.59</c:v>
              </c:pt>
              <c:pt idx="2849">
                <c:v>132.209</c:v>
              </c:pt>
              <c:pt idx="2850">
                <c:v>101.478</c:v>
              </c:pt>
              <c:pt idx="2851">
                <c:v>119.297</c:v>
              </c:pt>
              <c:pt idx="2852">
                <c:v>218.203</c:v>
              </c:pt>
              <c:pt idx="2853">
                <c:v>115.697</c:v>
              </c:pt>
              <c:pt idx="2854">
                <c:v>114.363</c:v>
              </c:pt>
              <c:pt idx="2855">
                <c:v>116.107</c:v>
              </c:pt>
              <c:pt idx="2856">
                <c:v>105.609</c:v>
              </c:pt>
              <c:pt idx="2857">
                <c:v>111.504</c:v>
              </c:pt>
              <c:pt idx="2858">
                <c:v>88.782</c:v>
              </c:pt>
              <c:pt idx="2859">
                <c:v>105.404</c:v>
              </c:pt>
              <c:pt idx="2860">
                <c:v>103.109</c:v>
              </c:pt>
              <c:pt idx="2861">
                <c:v>73.467</c:v>
              </c:pt>
              <c:pt idx="2862">
                <c:v>118.658</c:v>
              </c:pt>
              <c:pt idx="2863">
                <c:v>123.967</c:v>
              </c:pt>
              <c:pt idx="2864">
                <c:v>117.611</c:v>
              </c:pt>
              <c:pt idx="2865">
                <c:v>120.099</c:v>
              </c:pt>
              <c:pt idx="2866">
                <c:v>105.641</c:v>
              </c:pt>
              <c:pt idx="2867">
                <c:v>98.137</c:v>
              </c:pt>
              <c:pt idx="2868">
                <c:v>112.907</c:v>
              </c:pt>
              <c:pt idx="2869">
                <c:v>68.466</c:v>
              </c:pt>
              <c:pt idx="2870">
                <c:v>117.352</c:v>
              </c:pt>
              <c:pt idx="2871">
                <c:v>96.173</c:v>
              </c:pt>
              <c:pt idx="2872">
                <c:v>113.459</c:v>
              </c:pt>
              <c:pt idx="2873">
                <c:v>93.698</c:v>
              </c:pt>
              <c:pt idx="2874">
                <c:v>112.91</c:v>
              </c:pt>
              <c:pt idx="2875">
                <c:v>126.912</c:v>
              </c:pt>
              <c:pt idx="2876">
                <c:v>134.284</c:v>
              </c:pt>
              <c:pt idx="2877">
                <c:v>113.579</c:v>
              </c:pt>
              <c:pt idx="2878">
                <c:v>150.614</c:v>
              </c:pt>
              <c:pt idx="2879">
                <c:v>121.017</c:v>
              </c:pt>
              <c:pt idx="2880">
                <c:v>88.925</c:v>
              </c:pt>
              <c:pt idx="2881">
                <c:v>106.912</c:v>
              </c:pt>
              <c:pt idx="2882">
                <c:v>110.284</c:v>
              </c:pt>
              <c:pt idx="2883">
                <c:v>118.323</c:v>
              </c:pt>
              <c:pt idx="2884">
                <c:v>128.841</c:v>
              </c:pt>
              <c:pt idx="2885">
                <c:v>35.436</c:v>
              </c:pt>
              <c:pt idx="2886">
                <c:v>102.221</c:v>
              </c:pt>
              <c:pt idx="2887">
                <c:v>95.061</c:v>
              </c:pt>
              <c:pt idx="2888">
                <c:v>95.611</c:v>
              </c:pt>
              <c:pt idx="2889">
                <c:v>92.761</c:v>
              </c:pt>
              <c:pt idx="2890">
                <c:v>106.084</c:v>
              </c:pt>
              <c:pt idx="2891">
                <c:v>120.367</c:v>
              </c:pt>
              <c:pt idx="2892">
                <c:v>122.59</c:v>
              </c:pt>
              <c:pt idx="2893">
                <c:v>97.02</c:v>
              </c:pt>
              <c:pt idx="2894">
                <c:v>116.111</c:v>
              </c:pt>
              <c:pt idx="2895">
                <c:v>126.53</c:v>
              </c:pt>
              <c:pt idx="2896">
                <c:v>100.624</c:v>
              </c:pt>
              <c:pt idx="2897">
                <c:v>116.889</c:v>
              </c:pt>
              <c:pt idx="2898">
                <c:v>97.635</c:v>
              </c:pt>
              <c:pt idx="2899">
                <c:v>101.204</c:v>
              </c:pt>
              <c:pt idx="2900">
                <c:v>110.542</c:v>
              </c:pt>
              <c:pt idx="2901">
                <c:v>101.303</c:v>
              </c:pt>
              <c:pt idx="2902">
                <c:v>126.434</c:v>
              </c:pt>
              <c:pt idx="2903">
                <c:v>118.387</c:v>
              </c:pt>
              <c:pt idx="2904">
                <c:v>105.145</c:v>
              </c:pt>
              <c:pt idx="2905">
                <c:v>125.774</c:v>
              </c:pt>
              <c:pt idx="2906">
                <c:v>90.18</c:v>
              </c:pt>
              <c:pt idx="2907">
                <c:v>104.161</c:v>
              </c:pt>
              <c:pt idx="2908">
                <c:v>117.729</c:v>
              </c:pt>
              <c:pt idx="2909">
                <c:v>109.221</c:v>
              </c:pt>
              <c:pt idx="2910">
                <c:v>96.607</c:v>
              </c:pt>
              <c:pt idx="2911">
                <c:v>113.867</c:v>
              </c:pt>
              <c:pt idx="2912">
                <c:v>118.982</c:v>
              </c:pt>
              <c:pt idx="2913">
                <c:v>118.279</c:v>
              </c:pt>
              <c:pt idx="2914">
                <c:v>102.232</c:v>
              </c:pt>
              <c:pt idx="2915">
                <c:v>105.59</c:v>
              </c:pt>
              <c:pt idx="2916">
                <c:v>121.009</c:v>
              </c:pt>
              <c:pt idx="2917">
                <c:v>113.393</c:v>
              </c:pt>
              <c:pt idx="2918">
                <c:v>127.631</c:v>
              </c:pt>
              <c:pt idx="2919">
                <c:v>121.906</c:v>
              </c:pt>
              <c:pt idx="2920">
                <c:v>101.258</c:v>
              </c:pt>
              <c:pt idx="2921">
                <c:v>117.314</c:v>
              </c:pt>
              <c:pt idx="2922">
                <c:v>113.88</c:v>
              </c:pt>
              <c:pt idx="2923">
                <c:v>96.057</c:v>
              </c:pt>
              <c:pt idx="2924">
                <c:v>92.059</c:v>
              </c:pt>
              <c:pt idx="2925">
                <c:v>104.708</c:v>
              </c:pt>
              <c:pt idx="2926">
                <c:v>91.02</c:v>
              </c:pt>
              <c:pt idx="2927">
                <c:v>140.728</c:v>
              </c:pt>
              <c:pt idx="2928">
                <c:v>195.3</c:v>
              </c:pt>
              <c:pt idx="2929">
                <c:v>113.107</c:v>
              </c:pt>
              <c:pt idx="2930">
                <c:v>205.926</c:v>
              </c:pt>
              <c:pt idx="2931">
                <c:v>143.45</c:v>
              </c:pt>
              <c:pt idx="2932">
                <c:v>212.974</c:v>
              </c:pt>
              <c:pt idx="2933">
                <c:v>245.09</c:v>
              </c:pt>
              <c:pt idx="2934">
                <c:v>61.413</c:v>
              </c:pt>
              <c:pt idx="2935">
                <c:v>263.945</c:v>
              </c:pt>
              <c:pt idx="2936">
                <c:v>131.66</c:v>
              </c:pt>
              <c:pt idx="2937">
                <c:v>40.153</c:v>
              </c:pt>
              <c:pt idx="2938">
                <c:v>62.3</c:v>
              </c:pt>
              <c:pt idx="2939">
                <c:v>38.422</c:v>
              </c:pt>
              <c:pt idx="2940">
                <c:v>60.355</c:v>
              </c:pt>
              <c:pt idx="2941">
                <c:v>59.643</c:v>
              </c:pt>
              <c:pt idx="2942">
                <c:v>40.736</c:v>
              </c:pt>
              <c:pt idx="2943">
                <c:v>62.487</c:v>
              </c:pt>
              <c:pt idx="2944">
                <c:v>43.325</c:v>
              </c:pt>
              <c:pt idx="2945">
                <c:v>65.434</c:v>
              </c:pt>
              <c:pt idx="2946">
                <c:v>54.652</c:v>
              </c:pt>
              <c:pt idx="2947">
                <c:v>49.239</c:v>
              </c:pt>
              <c:pt idx="2948">
                <c:v>83.645</c:v>
              </c:pt>
              <c:pt idx="2949">
                <c:v>38.723</c:v>
              </c:pt>
              <c:pt idx="2950">
                <c:v>35.179</c:v>
              </c:pt>
              <c:pt idx="2951">
                <c:v>51.1</c:v>
              </c:pt>
              <c:pt idx="2952">
                <c:v>48.136</c:v>
              </c:pt>
              <c:pt idx="2953">
                <c:v>40.53</c:v>
              </c:pt>
              <c:pt idx="2954">
                <c:v>53.628</c:v>
              </c:pt>
              <c:pt idx="2955">
                <c:v>46.714</c:v>
              </c:pt>
              <c:pt idx="2956">
                <c:v>42.684</c:v>
              </c:pt>
              <c:pt idx="2957">
                <c:v>36.161</c:v>
              </c:pt>
              <c:pt idx="2958">
                <c:v>54.085</c:v>
              </c:pt>
              <c:pt idx="2959">
                <c:v>43.132</c:v>
              </c:pt>
              <c:pt idx="2960">
                <c:v>43.552</c:v>
              </c:pt>
              <c:pt idx="2961">
                <c:v>54.73</c:v>
              </c:pt>
              <c:pt idx="2962">
                <c:v>40.55</c:v>
              </c:pt>
              <c:pt idx="2963">
                <c:v>41.367</c:v>
              </c:pt>
              <c:pt idx="2964">
                <c:v>192.005</c:v>
              </c:pt>
              <c:pt idx="2965">
                <c:v>65.939</c:v>
              </c:pt>
              <c:pt idx="2966">
                <c:v>57.387</c:v>
              </c:pt>
              <c:pt idx="2967">
                <c:v>63.079</c:v>
              </c:pt>
              <c:pt idx="2968">
                <c:v>46.873</c:v>
              </c:pt>
              <c:pt idx="2969">
                <c:v>70.59</c:v>
              </c:pt>
              <c:pt idx="2970">
                <c:v>209.927</c:v>
              </c:pt>
              <c:pt idx="2971">
                <c:v>55.659</c:v>
              </c:pt>
              <c:pt idx="2972">
                <c:v>180.489</c:v>
              </c:pt>
              <c:pt idx="2973">
                <c:v>69.517</c:v>
              </c:pt>
              <c:pt idx="2974">
                <c:v>50.451</c:v>
              </c:pt>
              <c:pt idx="2975">
                <c:v>61.096</c:v>
              </c:pt>
              <c:pt idx="2976">
                <c:v>66.662</c:v>
              </c:pt>
              <c:pt idx="2977">
                <c:v>44.813</c:v>
              </c:pt>
              <c:pt idx="2978">
                <c:v>57.532</c:v>
              </c:pt>
              <c:pt idx="2979">
                <c:v>66.612</c:v>
              </c:pt>
              <c:pt idx="2980">
                <c:v>184.141</c:v>
              </c:pt>
              <c:pt idx="2981">
                <c:v>70.852</c:v>
              </c:pt>
              <c:pt idx="2982">
                <c:v>73.4</c:v>
              </c:pt>
              <c:pt idx="2983">
                <c:v>260.732</c:v>
              </c:pt>
              <c:pt idx="2984">
                <c:v>63.184</c:v>
              </c:pt>
              <c:pt idx="2985">
                <c:v>41.383</c:v>
              </c:pt>
              <c:pt idx="2986">
                <c:v>61.083</c:v>
              </c:pt>
              <c:pt idx="2987">
                <c:v>58.377</c:v>
              </c:pt>
              <c:pt idx="2988">
                <c:v>167.635</c:v>
              </c:pt>
              <c:pt idx="2989">
                <c:v>144.218</c:v>
              </c:pt>
              <c:pt idx="2990">
                <c:v>63.561</c:v>
              </c:pt>
              <c:pt idx="2991">
                <c:v>257.888</c:v>
              </c:pt>
              <c:pt idx="2992">
                <c:v>72.142</c:v>
              </c:pt>
              <c:pt idx="2993">
                <c:v>197.359</c:v>
              </c:pt>
              <c:pt idx="2994">
                <c:v>131.133</c:v>
              </c:pt>
              <c:pt idx="2995">
                <c:v>67.323</c:v>
              </c:pt>
              <c:pt idx="2996">
                <c:v>41.765</c:v>
              </c:pt>
              <c:pt idx="2997">
                <c:v>73.25</c:v>
              </c:pt>
              <c:pt idx="2998">
                <c:v>42.409</c:v>
              </c:pt>
              <c:pt idx="2999">
                <c:v>48.653</c:v>
              </c:pt>
              <c:pt idx="3000">
                <c:v>56.637</c:v>
              </c:pt>
              <c:pt idx="3001">
                <c:v>71.147</c:v>
              </c:pt>
              <c:pt idx="3002">
                <c:v>50.118</c:v>
              </c:pt>
              <c:pt idx="3003">
                <c:v>70.186</c:v>
              </c:pt>
              <c:pt idx="3004">
                <c:v>52.559</c:v>
              </c:pt>
              <c:pt idx="3005">
                <c:v>64.191</c:v>
              </c:pt>
              <c:pt idx="3006">
                <c:v>53.665</c:v>
              </c:pt>
              <c:pt idx="3007">
                <c:v>54.43</c:v>
              </c:pt>
              <c:pt idx="3008">
                <c:v>254.437</c:v>
              </c:pt>
              <c:pt idx="3009">
                <c:v>61.67</c:v>
              </c:pt>
              <c:pt idx="3010">
                <c:v>63.413</c:v>
              </c:pt>
              <c:pt idx="3011">
                <c:v>58.279</c:v>
              </c:pt>
              <c:pt idx="3012">
                <c:v>48.728</c:v>
              </c:pt>
              <c:pt idx="3013">
                <c:v>61.149</c:v>
              </c:pt>
              <c:pt idx="3014">
                <c:v>54.988</c:v>
              </c:pt>
              <c:pt idx="3015">
                <c:v>71.343</c:v>
              </c:pt>
              <c:pt idx="3016">
                <c:v>50.161</c:v>
              </c:pt>
              <c:pt idx="3017">
                <c:v>53.356</c:v>
              </c:pt>
              <c:pt idx="3018">
                <c:v>87.646</c:v>
              </c:pt>
              <c:pt idx="3019">
                <c:v>74.789</c:v>
              </c:pt>
              <c:pt idx="3020">
                <c:v>90.806</c:v>
              </c:pt>
              <c:pt idx="3021">
                <c:v>78.253</c:v>
              </c:pt>
              <c:pt idx="3022">
                <c:v>85.832</c:v>
              </c:pt>
              <c:pt idx="3023">
                <c:v>254.78</c:v>
              </c:pt>
              <c:pt idx="3024">
                <c:v>83.845</c:v>
              </c:pt>
              <c:pt idx="3025">
                <c:v>67.737</c:v>
              </c:pt>
              <c:pt idx="3026">
                <c:v>65.584</c:v>
              </c:pt>
              <c:pt idx="3027">
                <c:v>79.928</c:v>
              </c:pt>
              <c:pt idx="3028">
                <c:v>88.092</c:v>
              </c:pt>
              <c:pt idx="3029">
                <c:v>66.196</c:v>
              </c:pt>
              <c:pt idx="3030">
                <c:v>75.315</c:v>
              </c:pt>
              <c:pt idx="3031">
                <c:v>71.83</c:v>
              </c:pt>
              <c:pt idx="3032">
                <c:v>86.316</c:v>
              </c:pt>
              <c:pt idx="3033">
                <c:v>85.441</c:v>
              </c:pt>
              <c:pt idx="3034">
                <c:v>77.613</c:v>
              </c:pt>
              <c:pt idx="3035">
                <c:v>79.172</c:v>
              </c:pt>
              <c:pt idx="3036">
                <c:v>71.901</c:v>
              </c:pt>
              <c:pt idx="3037">
                <c:v>65.47</c:v>
              </c:pt>
              <c:pt idx="3038">
                <c:v>77.753</c:v>
              </c:pt>
              <c:pt idx="3039">
                <c:v>65.86</c:v>
              </c:pt>
              <c:pt idx="3040">
                <c:v>69.426</c:v>
              </c:pt>
              <c:pt idx="3041">
                <c:v>81.092</c:v>
              </c:pt>
              <c:pt idx="3042">
                <c:v>82.486</c:v>
              </c:pt>
              <c:pt idx="3043">
                <c:v>79.594</c:v>
              </c:pt>
              <c:pt idx="3044">
                <c:v>70.722</c:v>
              </c:pt>
              <c:pt idx="3045">
                <c:v>83.905</c:v>
              </c:pt>
              <c:pt idx="3046">
                <c:v>78.537</c:v>
              </c:pt>
              <c:pt idx="3047">
                <c:v>84.323</c:v>
              </c:pt>
              <c:pt idx="3048">
                <c:v>69.144</c:v>
              </c:pt>
              <c:pt idx="3049">
                <c:v>74.552</c:v>
              </c:pt>
              <c:pt idx="3050">
                <c:v>76.085</c:v>
              </c:pt>
              <c:pt idx="3051">
                <c:v>82.311</c:v>
              </c:pt>
              <c:pt idx="3052">
                <c:v>66.883</c:v>
              </c:pt>
              <c:pt idx="3053">
                <c:v>75.268</c:v>
              </c:pt>
              <c:pt idx="3054">
                <c:v>76.647</c:v>
              </c:pt>
              <c:pt idx="3055">
                <c:v>80.022</c:v>
              </c:pt>
              <c:pt idx="3056">
                <c:v>151.926</c:v>
              </c:pt>
              <c:pt idx="3057">
                <c:v>68.066</c:v>
              </c:pt>
              <c:pt idx="3058">
                <c:v>69.939</c:v>
              </c:pt>
              <c:pt idx="3059">
                <c:v>89.491</c:v>
              </c:pt>
              <c:pt idx="3060">
                <c:v>68.936</c:v>
              </c:pt>
              <c:pt idx="3061">
                <c:v>85.486</c:v>
              </c:pt>
              <c:pt idx="3062">
                <c:v>85.611</c:v>
              </c:pt>
              <c:pt idx="3063">
                <c:v>89.282</c:v>
              </c:pt>
              <c:pt idx="3064">
                <c:v>195.509</c:v>
              </c:pt>
              <c:pt idx="3065">
                <c:v>76.628</c:v>
              </c:pt>
              <c:pt idx="3066">
                <c:v>79.883</c:v>
              </c:pt>
              <c:pt idx="3067">
                <c:v>76.991</c:v>
              </c:pt>
              <c:pt idx="3068">
                <c:v>75.276</c:v>
              </c:pt>
              <c:pt idx="3069">
                <c:v>78.403</c:v>
              </c:pt>
              <c:pt idx="3070">
                <c:v>89.9</c:v>
              </c:pt>
              <c:pt idx="3071">
                <c:v>81.103</c:v>
              </c:pt>
              <c:pt idx="3072">
                <c:v>88.933</c:v>
              </c:pt>
              <c:pt idx="3073">
                <c:v>80.315</c:v>
              </c:pt>
              <c:pt idx="3074">
                <c:v>72.923</c:v>
              </c:pt>
              <c:pt idx="3075">
                <c:v>90.3</c:v>
              </c:pt>
              <c:pt idx="3076">
                <c:v>254.952</c:v>
              </c:pt>
              <c:pt idx="3077">
                <c:v>164.641</c:v>
              </c:pt>
              <c:pt idx="3078">
                <c:v>55.605</c:v>
              </c:pt>
              <c:pt idx="3079">
                <c:v>208.201</c:v>
              </c:pt>
              <c:pt idx="3080">
                <c:v>123.416</c:v>
              </c:pt>
              <c:pt idx="3081">
                <c:v>194.525</c:v>
              </c:pt>
              <c:pt idx="3082">
                <c:v>82.708</c:v>
              </c:pt>
              <c:pt idx="3083">
                <c:v>214.339</c:v>
              </c:pt>
              <c:pt idx="3084">
                <c:v>62.086</c:v>
              </c:pt>
              <c:pt idx="3085">
                <c:v>250.715</c:v>
              </c:pt>
              <c:pt idx="3086">
                <c:v>61.318</c:v>
              </c:pt>
              <c:pt idx="3087">
                <c:v>79.959</c:v>
              </c:pt>
              <c:pt idx="3088">
                <c:v>69.276</c:v>
              </c:pt>
              <c:pt idx="3089">
                <c:v>59.311</c:v>
              </c:pt>
              <c:pt idx="3090">
                <c:v>88.79</c:v>
              </c:pt>
              <c:pt idx="3091">
                <c:v>179.072</c:v>
              </c:pt>
              <c:pt idx="3092">
                <c:v>77.119</c:v>
              </c:pt>
              <c:pt idx="3093">
                <c:v>62.638</c:v>
              </c:pt>
              <c:pt idx="3094">
                <c:v>244.246</c:v>
              </c:pt>
              <c:pt idx="3095">
                <c:v>71.827</c:v>
              </c:pt>
              <c:pt idx="3096">
                <c:v>84.778</c:v>
              </c:pt>
              <c:pt idx="3097">
                <c:v>177.85</c:v>
              </c:pt>
              <c:pt idx="3098">
                <c:v>80.685</c:v>
              </c:pt>
              <c:pt idx="3099">
                <c:v>71.674</c:v>
              </c:pt>
              <c:pt idx="3100">
                <c:v>78.413</c:v>
              </c:pt>
              <c:pt idx="3101">
                <c:v>68.261</c:v>
              </c:pt>
              <c:pt idx="3102">
                <c:v>68.462</c:v>
              </c:pt>
              <c:pt idx="3103">
                <c:v>61.431</c:v>
              </c:pt>
              <c:pt idx="3104">
                <c:v>73.275</c:v>
              </c:pt>
              <c:pt idx="3105">
                <c:v>90.664</c:v>
              </c:pt>
              <c:pt idx="3106">
                <c:v>91.057</c:v>
              </c:pt>
              <c:pt idx="3107">
                <c:v>61.001</c:v>
              </c:pt>
              <c:pt idx="3108">
                <c:v>62.718</c:v>
              </c:pt>
              <c:pt idx="3109">
                <c:v>63.195</c:v>
              </c:pt>
              <c:pt idx="3110">
                <c:v>74.888</c:v>
              </c:pt>
              <c:pt idx="3111">
                <c:v>75.888</c:v>
              </c:pt>
              <c:pt idx="3112">
                <c:v>79.07</c:v>
              </c:pt>
              <c:pt idx="3113">
                <c:v>258.435</c:v>
              </c:pt>
              <c:pt idx="3114">
                <c:v>57.38</c:v>
              </c:pt>
              <c:pt idx="3115">
                <c:v>79.429</c:v>
              </c:pt>
              <c:pt idx="3116">
                <c:v>66.172</c:v>
              </c:pt>
              <c:pt idx="3117">
                <c:v>72.623</c:v>
              </c:pt>
              <c:pt idx="3118">
                <c:v>60.85</c:v>
              </c:pt>
              <c:pt idx="3119">
                <c:v>70.53</c:v>
              </c:pt>
              <c:pt idx="3120">
                <c:v>75.551</c:v>
              </c:pt>
              <c:pt idx="3121">
                <c:v>62.681</c:v>
              </c:pt>
              <c:pt idx="3122">
                <c:v>73.417</c:v>
              </c:pt>
              <c:pt idx="3123">
                <c:v>89.036</c:v>
              </c:pt>
              <c:pt idx="3124">
                <c:v>78.804</c:v>
              </c:pt>
              <c:pt idx="3125">
                <c:v>66.832</c:v>
              </c:pt>
              <c:pt idx="3126">
                <c:v>73.464</c:v>
              </c:pt>
              <c:pt idx="3127">
                <c:v>63.304</c:v>
              </c:pt>
              <c:pt idx="3128">
                <c:v>79.633</c:v>
              </c:pt>
              <c:pt idx="3129">
                <c:v>60.08</c:v>
              </c:pt>
              <c:pt idx="3130">
                <c:v>78.684</c:v>
              </c:pt>
              <c:pt idx="3131">
                <c:v>79.841</c:v>
              </c:pt>
              <c:pt idx="3132">
                <c:v>76.256</c:v>
              </c:pt>
              <c:pt idx="3133">
                <c:v>69.844</c:v>
              </c:pt>
              <c:pt idx="3134">
                <c:v>71.418</c:v>
              </c:pt>
              <c:pt idx="3135">
                <c:v>78.56</c:v>
              </c:pt>
              <c:pt idx="3136">
                <c:v>62.624</c:v>
              </c:pt>
              <c:pt idx="3137">
                <c:v>67.942</c:v>
              </c:pt>
              <c:pt idx="3138">
                <c:v>66.085</c:v>
              </c:pt>
              <c:pt idx="3139">
                <c:v>68.189</c:v>
              </c:pt>
              <c:pt idx="3140">
                <c:v>64.74</c:v>
              </c:pt>
              <c:pt idx="3141">
                <c:v>36.918</c:v>
              </c:pt>
              <c:pt idx="3142">
                <c:v>263.689</c:v>
              </c:pt>
              <c:pt idx="3143">
                <c:v>41.749</c:v>
              </c:pt>
              <c:pt idx="3144">
                <c:v>226.818</c:v>
              </c:pt>
              <c:pt idx="3145">
                <c:v>38</c:v>
              </c:pt>
              <c:pt idx="3146">
                <c:v>74.358</c:v>
              </c:pt>
              <c:pt idx="3147">
                <c:v>38.51</c:v>
              </c:pt>
              <c:pt idx="3148">
                <c:v>40.245</c:v>
              </c:pt>
              <c:pt idx="3149">
                <c:v>37.56</c:v>
              </c:pt>
              <c:pt idx="3150">
                <c:v>42.565</c:v>
              </c:pt>
              <c:pt idx="3151">
                <c:v>38.088</c:v>
              </c:pt>
              <c:pt idx="3152">
                <c:v>38.887</c:v>
              </c:pt>
              <c:pt idx="3153">
                <c:v>40.192</c:v>
              </c:pt>
              <c:pt idx="3154">
                <c:v>39.492</c:v>
              </c:pt>
              <c:pt idx="3155">
                <c:v>35.128</c:v>
              </c:pt>
              <c:pt idx="3156">
                <c:v>91.543</c:v>
              </c:pt>
              <c:pt idx="3157">
                <c:v>209.996</c:v>
              </c:pt>
              <c:pt idx="3158">
                <c:v>64.302</c:v>
              </c:pt>
              <c:pt idx="3159">
                <c:v>60.598</c:v>
              </c:pt>
              <c:pt idx="3160">
                <c:v>57.897</c:v>
              </c:pt>
              <c:pt idx="3161">
                <c:v>60.143</c:v>
              </c:pt>
              <c:pt idx="3162">
                <c:v>71.419</c:v>
              </c:pt>
              <c:pt idx="3163">
                <c:v>74.889</c:v>
              </c:pt>
              <c:pt idx="3164">
                <c:v>66.749</c:v>
              </c:pt>
              <c:pt idx="3165">
                <c:v>74.789</c:v>
              </c:pt>
              <c:pt idx="3166">
                <c:v>57.261</c:v>
              </c:pt>
              <c:pt idx="3167">
                <c:v>67.941</c:v>
              </c:pt>
              <c:pt idx="3168">
                <c:v>61.08</c:v>
              </c:pt>
              <c:pt idx="3169">
                <c:v>146.659</c:v>
              </c:pt>
              <c:pt idx="3170">
                <c:v>71.21</c:v>
              </c:pt>
              <c:pt idx="3171">
                <c:v>57.29</c:v>
              </c:pt>
              <c:pt idx="3172">
                <c:v>77.017</c:v>
              </c:pt>
              <c:pt idx="3173">
                <c:v>74.34</c:v>
              </c:pt>
              <c:pt idx="3174">
                <c:v>82.961</c:v>
              </c:pt>
              <c:pt idx="3175">
                <c:v>65.242</c:v>
              </c:pt>
              <c:pt idx="3176">
                <c:v>71.44</c:v>
              </c:pt>
              <c:pt idx="3177">
                <c:v>75.491</c:v>
              </c:pt>
              <c:pt idx="3178">
                <c:v>70.132</c:v>
              </c:pt>
              <c:pt idx="3179">
                <c:v>68.304</c:v>
              </c:pt>
              <c:pt idx="3180">
                <c:v>71.516</c:v>
              </c:pt>
              <c:pt idx="3181">
                <c:v>65.619</c:v>
              </c:pt>
              <c:pt idx="3182">
                <c:v>73.089</c:v>
              </c:pt>
              <c:pt idx="3183">
                <c:v>62.461</c:v>
              </c:pt>
              <c:pt idx="3184">
                <c:v>142.143</c:v>
              </c:pt>
              <c:pt idx="3185">
                <c:v>129.509</c:v>
              </c:pt>
              <c:pt idx="3186">
                <c:v>134.008</c:v>
              </c:pt>
              <c:pt idx="3187">
                <c:v>130.85</c:v>
              </c:pt>
              <c:pt idx="3188">
                <c:v>148.14</c:v>
              </c:pt>
              <c:pt idx="3189">
                <c:v>135.514</c:v>
              </c:pt>
              <c:pt idx="3190">
                <c:v>150.939</c:v>
              </c:pt>
              <c:pt idx="3191">
                <c:v>166.23</c:v>
              </c:pt>
              <c:pt idx="3192">
                <c:v>120.829</c:v>
              </c:pt>
              <c:pt idx="3193">
                <c:v>144.669</c:v>
              </c:pt>
              <c:pt idx="3194">
                <c:v>149.348</c:v>
              </c:pt>
              <c:pt idx="3195">
                <c:v>128.494</c:v>
              </c:pt>
              <c:pt idx="3196">
                <c:v>238.14</c:v>
              </c:pt>
              <c:pt idx="3197">
                <c:v>132.615</c:v>
              </c:pt>
              <c:pt idx="3198">
                <c:v>183.099</c:v>
              </c:pt>
              <c:pt idx="3199">
                <c:v>138.268</c:v>
              </c:pt>
              <c:pt idx="3200">
                <c:v>153.976</c:v>
              </c:pt>
              <c:pt idx="3201">
                <c:v>127.49</c:v>
              </c:pt>
              <c:pt idx="3202">
                <c:v>153.072</c:v>
              </c:pt>
              <c:pt idx="3203">
                <c:v>242.609</c:v>
              </c:pt>
              <c:pt idx="3204">
                <c:v>139.702</c:v>
              </c:pt>
              <c:pt idx="3205">
                <c:v>125.682</c:v>
              </c:pt>
              <c:pt idx="3206">
                <c:v>133.827</c:v>
              </c:pt>
              <c:pt idx="3207">
                <c:v>141.445</c:v>
              </c:pt>
              <c:pt idx="3208">
                <c:v>126.112</c:v>
              </c:pt>
              <c:pt idx="3209">
                <c:v>132.502</c:v>
              </c:pt>
              <c:pt idx="3210">
                <c:v>133.231</c:v>
              </c:pt>
              <c:pt idx="3211">
                <c:v>165.806</c:v>
              </c:pt>
              <c:pt idx="3212">
                <c:v>151.521</c:v>
              </c:pt>
              <c:pt idx="3213">
                <c:v>127.179</c:v>
              </c:pt>
              <c:pt idx="3214">
                <c:v>137.611</c:v>
              </c:pt>
              <c:pt idx="3215">
                <c:v>151.902</c:v>
              </c:pt>
              <c:pt idx="3216">
                <c:v>151.288</c:v>
              </c:pt>
              <c:pt idx="3217">
                <c:v>138.213</c:v>
              </c:pt>
              <c:pt idx="3218">
                <c:v>141.972</c:v>
              </c:pt>
              <c:pt idx="3219">
                <c:v>134.2</c:v>
              </c:pt>
              <c:pt idx="3220">
                <c:v>136.138</c:v>
              </c:pt>
              <c:pt idx="3221">
                <c:v>253.403</c:v>
              </c:pt>
              <c:pt idx="3222">
                <c:v>116.307</c:v>
              </c:pt>
              <c:pt idx="3223">
                <c:v>164.633</c:v>
              </c:pt>
              <c:pt idx="3224">
                <c:v>142.025</c:v>
              </c:pt>
              <c:pt idx="3225">
                <c:v>142.155</c:v>
              </c:pt>
              <c:pt idx="3226">
                <c:v>141.192</c:v>
              </c:pt>
              <c:pt idx="3227">
                <c:v>149.109</c:v>
              </c:pt>
              <c:pt idx="3228">
                <c:v>140.018</c:v>
              </c:pt>
              <c:pt idx="3229">
                <c:v>126.843</c:v>
              </c:pt>
              <c:pt idx="3230">
                <c:v>141.651</c:v>
              </c:pt>
              <c:pt idx="3231">
                <c:v>151.116</c:v>
              </c:pt>
              <c:pt idx="3232">
                <c:v>124.981</c:v>
              </c:pt>
              <c:pt idx="3233">
                <c:v>129.645</c:v>
              </c:pt>
              <c:pt idx="3234">
                <c:v>124.189</c:v>
              </c:pt>
              <c:pt idx="3235">
                <c:v>139.948</c:v>
              </c:pt>
              <c:pt idx="3236">
                <c:v>148.515</c:v>
              </c:pt>
              <c:pt idx="3237">
                <c:v>122.255</c:v>
              </c:pt>
              <c:pt idx="3238">
                <c:v>62.638</c:v>
              </c:pt>
              <c:pt idx="3239">
                <c:v>142.631</c:v>
              </c:pt>
              <c:pt idx="3240">
                <c:v>147.087</c:v>
              </c:pt>
              <c:pt idx="3241">
                <c:v>131.564</c:v>
              </c:pt>
              <c:pt idx="3242">
                <c:v>127.214</c:v>
              </c:pt>
              <c:pt idx="3243">
                <c:v>136.976</c:v>
              </c:pt>
              <c:pt idx="3244">
                <c:v>139.169</c:v>
              </c:pt>
              <c:pt idx="3245">
                <c:v>132.746</c:v>
              </c:pt>
              <c:pt idx="3246">
                <c:v>136.62</c:v>
              </c:pt>
              <c:pt idx="3247">
                <c:v>134.668</c:v>
              </c:pt>
              <c:pt idx="3248">
                <c:v>147.609</c:v>
              </c:pt>
              <c:pt idx="3249">
                <c:v>249.492</c:v>
              </c:pt>
              <c:pt idx="3250">
                <c:v>203.673</c:v>
              </c:pt>
              <c:pt idx="3251">
                <c:v>220.965</c:v>
              </c:pt>
              <c:pt idx="3252">
                <c:v>250.611</c:v>
              </c:pt>
              <c:pt idx="3253">
                <c:v>57.353</c:v>
              </c:pt>
              <c:pt idx="3254">
                <c:v>57.202</c:v>
              </c:pt>
              <c:pt idx="3255">
                <c:v>61.699</c:v>
              </c:pt>
              <c:pt idx="3256">
                <c:v>58.119</c:v>
              </c:pt>
              <c:pt idx="3257">
                <c:v>63.085</c:v>
              </c:pt>
              <c:pt idx="3258">
                <c:v>68.504</c:v>
              </c:pt>
              <c:pt idx="3259">
                <c:v>168.295</c:v>
              </c:pt>
              <c:pt idx="3260">
                <c:v>63.5</c:v>
              </c:pt>
              <c:pt idx="3261">
                <c:v>67.557</c:v>
              </c:pt>
              <c:pt idx="3262">
                <c:v>63.337</c:v>
              </c:pt>
              <c:pt idx="3263">
                <c:v>62.704</c:v>
              </c:pt>
              <c:pt idx="3264">
                <c:v>64.807</c:v>
              </c:pt>
              <c:pt idx="3265">
                <c:v>139.927</c:v>
              </c:pt>
              <c:pt idx="3266">
                <c:v>61.8</c:v>
              </c:pt>
              <c:pt idx="3267">
                <c:v>65.474</c:v>
              </c:pt>
              <c:pt idx="3268">
                <c:v>236.071</c:v>
              </c:pt>
              <c:pt idx="3269">
                <c:v>130.13</c:v>
              </c:pt>
              <c:pt idx="3270">
                <c:v>258.5</c:v>
              </c:pt>
              <c:pt idx="3271">
                <c:v>44.099</c:v>
              </c:pt>
              <c:pt idx="3272">
                <c:v>125.595</c:v>
              </c:pt>
              <c:pt idx="3273">
                <c:v>123.86</c:v>
              </c:pt>
              <c:pt idx="3274">
                <c:v>123.267</c:v>
              </c:pt>
              <c:pt idx="3275">
                <c:v>144.349</c:v>
              </c:pt>
              <c:pt idx="3276">
                <c:v>123.6</c:v>
              </c:pt>
              <c:pt idx="3277">
                <c:v>128.544</c:v>
              </c:pt>
              <c:pt idx="3278">
                <c:v>120.641</c:v>
              </c:pt>
              <c:pt idx="3279">
                <c:v>125.471</c:v>
              </c:pt>
              <c:pt idx="3280">
                <c:v>122.604</c:v>
              </c:pt>
              <c:pt idx="3281">
                <c:v>67.653</c:v>
              </c:pt>
              <c:pt idx="3282">
                <c:v>131.084</c:v>
              </c:pt>
              <c:pt idx="3283">
                <c:v>138.669</c:v>
              </c:pt>
              <c:pt idx="3284">
                <c:v>92.323</c:v>
              </c:pt>
              <c:pt idx="3285">
                <c:v>97.649</c:v>
              </c:pt>
              <c:pt idx="3286">
                <c:v>258.091</c:v>
              </c:pt>
              <c:pt idx="3287">
                <c:v>255.339</c:v>
              </c:pt>
              <c:pt idx="3288">
                <c:v>253.892</c:v>
              </c:pt>
              <c:pt idx="3289">
                <c:v>255.661</c:v>
              </c:pt>
              <c:pt idx="3290">
                <c:v>253.211</c:v>
              </c:pt>
              <c:pt idx="3291">
                <c:v>259.712</c:v>
              </c:pt>
              <c:pt idx="3292">
                <c:v>253.9</c:v>
              </c:pt>
              <c:pt idx="3293">
                <c:v>258.215</c:v>
              </c:pt>
              <c:pt idx="3294">
                <c:v>258.126</c:v>
              </c:pt>
              <c:pt idx="3295">
                <c:v>252.976</c:v>
              </c:pt>
              <c:pt idx="3296">
                <c:v>258.787</c:v>
              </c:pt>
              <c:pt idx="3297">
                <c:v>249.766</c:v>
              </c:pt>
              <c:pt idx="3298">
                <c:v>232.237</c:v>
              </c:pt>
              <c:pt idx="3299">
                <c:v>130.17</c:v>
              </c:pt>
              <c:pt idx="3300">
                <c:v>175.149</c:v>
              </c:pt>
              <c:pt idx="3301">
                <c:v>254.869</c:v>
              </c:pt>
              <c:pt idx="3302">
                <c:v>191.39</c:v>
              </c:pt>
              <c:pt idx="3303">
                <c:v>199.838</c:v>
              </c:pt>
              <c:pt idx="3304">
                <c:v>252.602</c:v>
              </c:pt>
              <c:pt idx="3305">
                <c:v>109.028</c:v>
              </c:pt>
              <c:pt idx="3306">
                <c:v>259.134</c:v>
              </c:pt>
              <c:pt idx="3307">
                <c:v>260.637</c:v>
              </c:pt>
              <c:pt idx="3308">
                <c:v>256.307</c:v>
              </c:pt>
              <c:pt idx="3309">
                <c:v>262.765</c:v>
              </c:pt>
              <c:pt idx="3310">
                <c:v>264.095</c:v>
              </c:pt>
              <c:pt idx="3311">
                <c:v>253.209</c:v>
              </c:pt>
              <c:pt idx="3312">
                <c:v>221.145</c:v>
              </c:pt>
              <c:pt idx="3313">
                <c:v>255.096</c:v>
              </c:pt>
              <c:pt idx="3314">
                <c:v>258.31</c:v>
              </c:pt>
              <c:pt idx="3315">
                <c:v>257.481</c:v>
              </c:pt>
              <c:pt idx="3316">
                <c:v>230.651</c:v>
              </c:pt>
              <c:pt idx="3317">
                <c:v>168.475</c:v>
              </c:pt>
              <c:pt idx="3318">
                <c:v>263.747</c:v>
              </c:pt>
              <c:pt idx="3319">
                <c:v>153.75</c:v>
              </c:pt>
              <c:pt idx="3320">
                <c:v>259.544</c:v>
              </c:pt>
              <c:pt idx="3321">
                <c:v>264.575</c:v>
              </c:pt>
              <c:pt idx="3322">
                <c:v>250.495</c:v>
              </c:pt>
              <c:pt idx="3323">
                <c:v>259.648</c:v>
              </c:pt>
              <c:pt idx="3324">
                <c:v>251.966</c:v>
              </c:pt>
              <c:pt idx="3325">
                <c:v>259.536</c:v>
              </c:pt>
              <c:pt idx="3326">
                <c:v>258.174</c:v>
              </c:pt>
              <c:pt idx="3327">
                <c:v>169.317</c:v>
              </c:pt>
              <c:pt idx="3328">
                <c:v>262.953</c:v>
              </c:pt>
              <c:pt idx="3329">
                <c:v>263.757</c:v>
              </c:pt>
              <c:pt idx="3330">
                <c:v>164.134</c:v>
              </c:pt>
              <c:pt idx="3331">
                <c:v>199.559</c:v>
              </c:pt>
              <c:pt idx="3332">
                <c:v>254.485</c:v>
              </c:pt>
              <c:pt idx="3333">
                <c:v>193.628</c:v>
              </c:pt>
              <c:pt idx="3334">
                <c:v>225.145</c:v>
              </c:pt>
              <c:pt idx="3335">
                <c:v>258.42</c:v>
              </c:pt>
              <c:pt idx="3336">
                <c:v>73.079</c:v>
              </c:pt>
              <c:pt idx="3337">
                <c:v>261.299</c:v>
              </c:pt>
              <c:pt idx="3338">
                <c:v>262.167</c:v>
              </c:pt>
              <c:pt idx="3339">
                <c:v>255.363</c:v>
              </c:pt>
              <c:pt idx="3340">
                <c:v>255.865</c:v>
              </c:pt>
              <c:pt idx="3341">
                <c:v>248.03</c:v>
              </c:pt>
              <c:pt idx="3342">
                <c:v>255.206</c:v>
              </c:pt>
              <c:pt idx="3343">
                <c:v>262.271</c:v>
              </c:pt>
              <c:pt idx="3344">
                <c:v>251.279</c:v>
              </c:pt>
              <c:pt idx="3345">
                <c:v>254.503</c:v>
              </c:pt>
              <c:pt idx="3346">
                <c:v>253.809</c:v>
              </c:pt>
              <c:pt idx="3347">
                <c:v>262.816</c:v>
              </c:pt>
              <c:pt idx="3348">
                <c:v>263.38</c:v>
              </c:pt>
              <c:pt idx="3349">
                <c:v>260.784</c:v>
              </c:pt>
              <c:pt idx="3350">
                <c:v>255.526</c:v>
              </c:pt>
              <c:pt idx="3351">
                <c:v>254.631</c:v>
              </c:pt>
              <c:pt idx="3352">
                <c:v>250.206</c:v>
              </c:pt>
              <c:pt idx="3353">
                <c:v>260.879</c:v>
              </c:pt>
              <c:pt idx="3354">
                <c:v>253.86</c:v>
              </c:pt>
              <c:pt idx="3355">
                <c:v>259.01</c:v>
              </c:pt>
              <c:pt idx="3356">
                <c:v>262.896</c:v>
              </c:pt>
              <c:pt idx="3357">
                <c:v>264.549</c:v>
              </c:pt>
              <c:pt idx="3358">
                <c:v>259.122</c:v>
              </c:pt>
              <c:pt idx="3359">
                <c:v>261.983</c:v>
              </c:pt>
              <c:pt idx="3360">
                <c:v>258.186</c:v>
              </c:pt>
              <c:pt idx="3361">
                <c:v>260.028</c:v>
              </c:pt>
              <c:pt idx="3362">
                <c:v>198.634</c:v>
              </c:pt>
              <c:pt idx="3363">
                <c:v>258.818</c:v>
              </c:pt>
              <c:pt idx="3364">
                <c:v>170.016</c:v>
              </c:pt>
              <c:pt idx="3365">
                <c:v>251.864</c:v>
              </c:pt>
              <c:pt idx="3366">
                <c:v>264.314</c:v>
              </c:pt>
              <c:pt idx="3367">
                <c:v>264.982</c:v>
              </c:pt>
              <c:pt idx="3368">
                <c:v>264.188</c:v>
              </c:pt>
              <c:pt idx="3369">
                <c:v>261.046</c:v>
              </c:pt>
              <c:pt idx="3370">
                <c:v>264.837</c:v>
              </c:pt>
              <c:pt idx="3371">
                <c:v>156.099</c:v>
              </c:pt>
              <c:pt idx="3372">
                <c:v>84.368</c:v>
              </c:pt>
              <c:pt idx="3373">
                <c:v>67.61</c:v>
              </c:pt>
              <c:pt idx="3374">
                <c:v>261.233</c:v>
              </c:pt>
              <c:pt idx="3375">
                <c:v>254.078</c:v>
              </c:pt>
              <c:pt idx="3376">
                <c:v>197.737</c:v>
              </c:pt>
              <c:pt idx="3377">
                <c:v>263.47</c:v>
              </c:pt>
              <c:pt idx="3378">
                <c:v>264.851</c:v>
              </c:pt>
              <c:pt idx="3379">
                <c:v>260.184</c:v>
              </c:pt>
              <c:pt idx="3380">
                <c:v>239.833</c:v>
              </c:pt>
              <c:pt idx="3381">
                <c:v>211.41</c:v>
              </c:pt>
              <c:pt idx="3382">
                <c:v>263.377</c:v>
              </c:pt>
              <c:pt idx="3383">
                <c:v>258.103</c:v>
              </c:pt>
              <c:pt idx="3384">
                <c:v>256.287</c:v>
              </c:pt>
              <c:pt idx="3385">
                <c:v>253.427</c:v>
              </c:pt>
              <c:pt idx="3386">
                <c:v>253.334</c:v>
              </c:pt>
              <c:pt idx="3387">
                <c:v>252.282</c:v>
              </c:pt>
              <c:pt idx="3388">
                <c:v>260.285</c:v>
              </c:pt>
              <c:pt idx="3389">
                <c:v>264.689</c:v>
              </c:pt>
              <c:pt idx="3390">
                <c:v>257.992</c:v>
              </c:pt>
              <c:pt idx="3391">
                <c:v>248.537</c:v>
              </c:pt>
              <c:pt idx="3392">
                <c:v>255.705</c:v>
              </c:pt>
              <c:pt idx="3393">
                <c:v>261.027</c:v>
              </c:pt>
              <c:pt idx="3394">
                <c:v>262.47</c:v>
              </c:pt>
              <c:pt idx="3395">
                <c:v>257.103</c:v>
              </c:pt>
              <c:pt idx="3396">
                <c:v>259.672</c:v>
              </c:pt>
              <c:pt idx="3397">
                <c:v>245.325</c:v>
              </c:pt>
              <c:pt idx="3398">
                <c:v>263.611</c:v>
              </c:pt>
              <c:pt idx="3399">
                <c:v>260.582</c:v>
              </c:pt>
              <c:pt idx="3400">
                <c:v>264.296</c:v>
              </c:pt>
              <c:pt idx="3401">
                <c:v>258.684</c:v>
              </c:pt>
              <c:pt idx="3402">
                <c:v>254.553</c:v>
              </c:pt>
              <c:pt idx="3403">
                <c:v>256.379</c:v>
              </c:pt>
              <c:pt idx="3404">
                <c:v>245.415</c:v>
              </c:pt>
              <c:pt idx="3405">
                <c:v>250.623</c:v>
              </c:pt>
              <c:pt idx="3406">
                <c:v>249.096</c:v>
              </c:pt>
              <c:pt idx="3407">
                <c:v>250.736</c:v>
              </c:pt>
              <c:pt idx="3408">
                <c:v>251.456</c:v>
              </c:pt>
              <c:pt idx="3409">
                <c:v>257.487</c:v>
              </c:pt>
              <c:pt idx="3410">
                <c:v>255.547</c:v>
              </c:pt>
              <c:pt idx="3411">
                <c:v>257.495</c:v>
              </c:pt>
              <c:pt idx="3412">
                <c:v>255.651</c:v>
              </c:pt>
              <c:pt idx="3413">
                <c:v>253.43</c:v>
              </c:pt>
              <c:pt idx="3414">
                <c:v>251.26</c:v>
              </c:pt>
              <c:pt idx="3415">
                <c:v>252.737</c:v>
              </c:pt>
              <c:pt idx="3416">
                <c:v>67.321</c:v>
              </c:pt>
              <c:pt idx="3417">
                <c:v>168.878</c:v>
              </c:pt>
              <c:pt idx="3418">
                <c:v>164.482</c:v>
              </c:pt>
              <c:pt idx="3419">
                <c:v>251.498</c:v>
              </c:pt>
              <c:pt idx="3420">
                <c:v>239.585</c:v>
              </c:pt>
              <c:pt idx="3421">
                <c:v>239.265</c:v>
              </c:pt>
              <c:pt idx="3422">
                <c:v>231.722</c:v>
              </c:pt>
              <c:pt idx="3423">
                <c:v>231.045</c:v>
              </c:pt>
              <c:pt idx="3424">
                <c:v>229.553</c:v>
              </c:pt>
              <c:pt idx="3425">
                <c:v>244.851</c:v>
              </c:pt>
              <c:pt idx="3426">
                <c:v>232.27</c:v>
              </c:pt>
              <c:pt idx="3427">
                <c:v>226.163</c:v>
              </c:pt>
              <c:pt idx="3428">
                <c:v>241.633</c:v>
              </c:pt>
              <c:pt idx="3429">
                <c:v>242.03</c:v>
              </c:pt>
              <c:pt idx="3430">
                <c:v>233.203</c:v>
              </c:pt>
              <c:pt idx="3431">
                <c:v>229.001</c:v>
              </c:pt>
              <c:pt idx="3432">
                <c:v>240.423</c:v>
              </c:pt>
              <c:pt idx="3433">
                <c:v>231.509</c:v>
              </c:pt>
              <c:pt idx="3434">
                <c:v>247.469</c:v>
              </c:pt>
              <c:pt idx="3435">
                <c:v>242.02</c:v>
              </c:pt>
              <c:pt idx="3436">
                <c:v>237.221</c:v>
              </c:pt>
              <c:pt idx="3437">
                <c:v>246.526</c:v>
              </c:pt>
              <c:pt idx="3438">
                <c:v>232.801</c:v>
              </c:pt>
              <c:pt idx="3439">
                <c:v>211.736</c:v>
              </c:pt>
              <c:pt idx="3440">
                <c:v>103.429</c:v>
              </c:pt>
              <c:pt idx="3441">
                <c:v>248.244</c:v>
              </c:pt>
              <c:pt idx="3442">
                <c:v>231.178</c:v>
              </c:pt>
              <c:pt idx="3443">
                <c:v>230.801</c:v>
              </c:pt>
              <c:pt idx="3444">
                <c:v>241.9</c:v>
              </c:pt>
              <c:pt idx="3445">
                <c:v>237.909</c:v>
              </c:pt>
              <c:pt idx="3446">
                <c:v>226.935</c:v>
              </c:pt>
              <c:pt idx="3447">
                <c:v>240.725</c:v>
              </c:pt>
              <c:pt idx="3448">
                <c:v>241.482</c:v>
              </c:pt>
              <c:pt idx="3449">
                <c:v>235.645</c:v>
              </c:pt>
              <c:pt idx="3450">
                <c:v>229.861</c:v>
              </c:pt>
              <c:pt idx="3451">
                <c:v>226.559</c:v>
              </c:pt>
              <c:pt idx="3452">
                <c:v>236.649</c:v>
              </c:pt>
              <c:pt idx="3453">
                <c:v>255.144</c:v>
              </c:pt>
              <c:pt idx="3454">
                <c:v>261.288</c:v>
              </c:pt>
              <c:pt idx="3455">
                <c:v>224.871</c:v>
              </c:pt>
              <c:pt idx="3456">
                <c:v>151.2</c:v>
              </c:pt>
              <c:pt idx="3457">
                <c:v>217.624</c:v>
              </c:pt>
              <c:pt idx="3458">
                <c:v>73.293</c:v>
              </c:pt>
              <c:pt idx="3459">
                <c:v>264.788</c:v>
              </c:pt>
              <c:pt idx="3460">
                <c:v>141.663</c:v>
              </c:pt>
              <c:pt idx="3461">
                <c:v>261.201</c:v>
              </c:pt>
              <c:pt idx="3462">
                <c:v>264.716</c:v>
              </c:pt>
              <c:pt idx="3463">
                <c:v>260.058</c:v>
              </c:pt>
              <c:pt idx="3464">
                <c:v>215.566</c:v>
              </c:pt>
              <c:pt idx="3465">
                <c:v>262.236</c:v>
              </c:pt>
              <c:pt idx="3466">
                <c:v>264.109</c:v>
              </c:pt>
              <c:pt idx="3467">
                <c:v>260.175</c:v>
              </c:pt>
              <c:pt idx="3468">
                <c:v>263.418</c:v>
              </c:pt>
              <c:pt idx="3469">
                <c:v>255.293</c:v>
              </c:pt>
              <c:pt idx="3470">
                <c:v>114.517</c:v>
              </c:pt>
              <c:pt idx="3471">
                <c:v>158.705</c:v>
              </c:pt>
              <c:pt idx="3472">
                <c:v>71.905</c:v>
              </c:pt>
              <c:pt idx="3473">
                <c:v>71.95</c:v>
              </c:pt>
              <c:pt idx="3474">
                <c:v>113.091</c:v>
              </c:pt>
              <c:pt idx="3475">
                <c:v>131.419</c:v>
              </c:pt>
              <c:pt idx="3476">
                <c:v>80.437</c:v>
              </c:pt>
              <c:pt idx="3477">
                <c:v>146.117</c:v>
              </c:pt>
              <c:pt idx="3478">
                <c:v>212.171</c:v>
              </c:pt>
              <c:pt idx="3479">
                <c:v>55.781</c:v>
              </c:pt>
              <c:pt idx="3480">
                <c:v>127.174</c:v>
              </c:pt>
              <c:pt idx="3481">
                <c:v>75.754</c:v>
              </c:pt>
              <c:pt idx="3482">
                <c:v>132.547</c:v>
              </c:pt>
              <c:pt idx="3483">
                <c:v>255.802</c:v>
              </c:pt>
              <c:pt idx="3484">
                <c:v>238.149</c:v>
              </c:pt>
              <c:pt idx="3485">
                <c:v>247.53</c:v>
              </c:pt>
              <c:pt idx="3486">
                <c:v>247.819</c:v>
              </c:pt>
              <c:pt idx="3487">
                <c:v>255.909</c:v>
              </c:pt>
              <c:pt idx="3488">
                <c:v>259.298</c:v>
              </c:pt>
              <c:pt idx="3489">
                <c:v>257.143</c:v>
              </c:pt>
              <c:pt idx="3490">
                <c:v>124.138</c:v>
              </c:pt>
              <c:pt idx="3491">
                <c:v>252.778</c:v>
              </c:pt>
              <c:pt idx="3492">
                <c:v>247.549</c:v>
              </c:pt>
              <c:pt idx="3493">
                <c:v>258.266</c:v>
              </c:pt>
              <c:pt idx="3494">
                <c:v>245.936</c:v>
              </c:pt>
              <c:pt idx="3495">
                <c:v>239.567</c:v>
              </c:pt>
              <c:pt idx="3496">
                <c:v>251.332</c:v>
              </c:pt>
              <c:pt idx="3497">
                <c:v>248.891</c:v>
              </c:pt>
              <c:pt idx="3498">
                <c:v>192.355</c:v>
              </c:pt>
              <c:pt idx="3499">
                <c:v>250.69</c:v>
              </c:pt>
              <c:pt idx="3500">
                <c:v>251.732</c:v>
              </c:pt>
              <c:pt idx="3501">
                <c:v>246.277</c:v>
              </c:pt>
              <c:pt idx="3502">
                <c:v>244.577</c:v>
              </c:pt>
              <c:pt idx="3503">
                <c:v>249.925</c:v>
              </c:pt>
              <c:pt idx="3504">
                <c:v>248.376</c:v>
              </c:pt>
              <c:pt idx="3505">
                <c:v>251.958</c:v>
              </c:pt>
              <c:pt idx="3506">
                <c:v>259.29</c:v>
              </c:pt>
              <c:pt idx="3507">
                <c:v>248.157</c:v>
              </c:pt>
              <c:pt idx="3508">
                <c:v>248.885</c:v>
              </c:pt>
              <c:pt idx="3509">
                <c:v>258.557</c:v>
              </c:pt>
              <c:pt idx="3510">
                <c:v>243.399</c:v>
              </c:pt>
              <c:pt idx="3511">
                <c:v>258.595</c:v>
              </c:pt>
              <c:pt idx="3512">
                <c:v>248.684</c:v>
              </c:pt>
              <c:pt idx="3513">
                <c:v>145.848</c:v>
              </c:pt>
              <c:pt idx="3514">
                <c:v>240.221</c:v>
              </c:pt>
              <c:pt idx="3515">
                <c:v>247.845</c:v>
              </c:pt>
              <c:pt idx="3516">
                <c:v>253.223</c:v>
              </c:pt>
              <c:pt idx="3517">
                <c:v>242.57</c:v>
              </c:pt>
              <c:pt idx="3518">
                <c:v>245.465</c:v>
              </c:pt>
              <c:pt idx="3519">
                <c:v>244.918</c:v>
              </c:pt>
              <c:pt idx="3520">
                <c:v>244.008</c:v>
              </c:pt>
              <c:pt idx="3521">
                <c:v>146.042</c:v>
              </c:pt>
              <c:pt idx="3522">
                <c:v>152.966</c:v>
              </c:pt>
              <c:pt idx="3523">
                <c:v>154.333</c:v>
              </c:pt>
              <c:pt idx="3524">
                <c:v>238.497</c:v>
              </c:pt>
              <c:pt idx="3525">
                <c:v>224.961</c:v>
              </c:pt>
              <c:pt idx="3526">
                <c:v>210.92</c:v>
              </c:pt>
              <c:pt idx="3527">
                <c:v>141.611</c:v>
              </c:pt>
              <c:pt idx="3528">
                <c:v>210.163</c:v>
              </c:pt>
              <c:pt idx="3529">
                <c:v>232.857</c:v>
              </c:pt>
              <c:pt idx="3530">
                <c:v>166.004</c:v>
              </c:pt>
              <c:pt idx="3531">
                <c:v>170.743</c:v>
              </c:pt>
              <c:pt idx="3532">
                <c:v>138.04</c:v>
              </c:pt>
              <c:pt idx="3533">
                <c:v>215.866</c:v>
              </c:pt>
              <c:pt idx="3534">
                <c:v>68.315</c:v>
              </c:pt>
              <c:pt idx="3535">
                <c:v>252.79</c:v>
              </c:pt>
              <c:pt idx="3536">
                <c:v>255.519</c:v>
              </c:pt>
              <c:pt idx="3537">
                <c:v>256.601</c:v>
              </c:pt>
              <c:pt idx="3538">
                <c:v>254.309</c:v>
              </c:pt>
              <c:pt idx="3539">
                <c:v>255.72</c:v>
              </c:pt>
              <c:pt idx="3540">
                <c:v>256.517</c:v>
              </c:pt>
              <c:pt idx="3541">
                <c:v>248.563</c:v>
              </c:pt>
              <c:pt idx="3542">
                <c:v>247.636</c:v>
              </c:pt>
              <c:pt idx="3543">
                <c:v>247.465</c:v>
              </c:pt>
              <c:pt idx="3544">
                <c:v>252.483</c:v>
              </c:pt>
              <c:pt idx="3545">
                <c:v>250.425</c:v>
              </c:pt>
              <c:pt idx="3546">
                <c:v>253.637</c:v>
              </c:pt>
              <c:pt idx="3547">
                <c:v>247.228</c:v>
              </c:pt>
              <c:pt idx="3548">
                <c:v>245.279</c:v>
              </c:pt>
              <c:pt idx="3549">
                <c:v>248.043</c:v>
              </c:pt>
              <c:pt idx="3550">
                <c:v>243.137</c:v>
              </c:pt>
              <c:pt idx="3551">
                <c:v>260.408</c:v>
              </c:pt>
              <c:pt idx="3552">
                <c:v>251.193</c:v>
              </c:pt>
              <c:pt idx="3553">
                <c:v>255.994</c:v>
              </c:pt>
              <c:pt idx="3554">
                <c:v>253.37</c:v>
              </c:pt>
              <c:pt idx="3555">
                <c:v>256.167</c:v>
              </c:pt>
              <c:pt idx="3556">
                <c:v>248.947</c:v>
              </c:pt>
              <c:pt idx="3557">
                <c:v>260.247</c:v>
              </c:pt>
              <c:pt idx="3558">
                <c:v>240.78</c:v>
              </c:pt>
              <c:pt idx="3559">
                <c:v>251.302</c:v>
              </c:pt>
              <c:pt idx="3560">
                <c:v>263.026</c:v>
              </c:pt>
              <c:pt idx="3561">
                <c:v>255.726</c:v>
              </c:pt>
              <c:pt idx="3562">
                <c:v>248.176</c:v>
              </c:pt>
              <c:pt idx="3563">
                <c:v>253.846</c:v>
              </c:pt>
              <c:pt idx="3564">
                <c:v>248.766</c:v>
              </c:pt>
              <c:pt idx="3565">
                <c:v>246.173</c:v>
              </c:pt>
              <c:pt idx="3566">
                <c:v>244.359</c:v>
              </c:pt>
              <c:pt idx="3567">
                <c:v>256.243</c:v>
              </c:pt>
              <c:pt idx="3568">
                <c:v>250.271</c:v>
              </c:pt>
              <c:pt idx="3569">
                <c:v>247.211</c:v>
              </c:pt>
              <c:pt idx="3570">
                <c:v>252.793</c:v>
              </c:pt>
              <c:pt idx="3571">
                <c:v>247.696</c:v>
              </c:pt>
              <c:pt idx="3572">
                <c:v>247.832</c:v>
              </c:pt>
              <c:pt idx="3573">
                <c:v>256.481</c:v>
              </c:pt>
              <c:pt idx="3574">
                <c:v>242.748</c:v>
              </c:pt>
              <c:pt idx="3575">
                <c:v>251.838</c:v>
              </c:pt>
              <c:pt idx="3576">
                <c:v>243.176</c:v>
              </c:pt>
              <c:pt idx="3577">
                <c:v>249.986</c:v>
              </c:pt>
              <c:pt idx="3578">
                <c:v>253.532</c:v>
              </c:pt>
              <c:pt idx="3579">
                <c:v>250.436</c:v>
              </c:pt>
              <c:pt idx="3580">
                <c:v>249.778</c:v>
              </c:pt>
              <c:pt idx="3581">
                <c:v>249.067</c:v>
              </c:pt>
              <c:pt idx="3582">
                <c:v>244.326</c:v>
              </c:pt>
              <c:pt idx="3583">
                <c:v>244.495</c:v>
              </c:pt>
              <c:pt idx="3584">
                <c:v>252.371</c:v>
              </c:pt>
              <c:pt idx="3585">
                <c:v>264.595</c:v>
              </c:pt>
              <c:pt idx="3586">
                <c:v>260.134</c:v>
              </c:pt>
              <c:pt idx="3587">
                <c:v>258.555</c:v>
              </c:pt>
              <c:pt idx="3588">
                <c:v>243.143</c:v>
              </c:pt>
              <c:pt idx="3589">
                <c:v>242.097</c:v>
              </c:pt>
              <c:pt idx="3590">
                <c:v>244.183</c:v>
              </c:pt>
              <c:pt idx="3591">
                <c:v>257.077</c:v>
              </c:pt>
              <c:pt idx="3592">
                <c:v>148.609</c:v>
              </c:pt>
              <c:pt idx="3593">
                <c:v>261.99</c:v>
              </c:pt>
              <c:pt idx="3594">
                <c:v>262.804</c:v>
              </c:pt>
              <c:pt idx="3595">
                <c:v>251.738</c:v>
              </c:pt>
              <c:pt idx="3596">
                <c:v>263</c:v>
              </c:pt>
              <c:pt idx="3597">
                <c:v>244.332</c:v>
              </c:pt>
              <c:pt idx="3598">
                <c:v>260.054</c:v>
              </c:pt>
              <c:pt idx="3599">
                <c:v>257.2</c:v>
              </c:pt>
              <c:pt idx="3600">
                <c:v>247.826</c:v>
              </c:pt>
              <c:pt idx="3601">
                <c:v>256.132</c:v>
              </c:pt>
              <c:pt idx="3602">
                <c:v>238.412</c:v>
              </c:pt>
              <c:pt idx="3603">
                <c:v>259.066</c:v>
              </c:pt>
              <c:pt idx="3604">
                <c:v>263.295</c:v>
              </c:pt>
              <c:pt idx="3605">
                <c:v>243.37</c:v>
              </c:pt>
              <c:pt idx="3606">
                <c:v>263.428</c:v>
              </c:pt>
              <c:pt idx="3607">
                <c:v>253.951</c:v>
              </c:pt>
              <c:pt idx="3608">
                <c:v>246.091</c:v>
              </c:pt>
              <c:pt idx="3609">
                <c:v>237.891</c:v>
              </c:pt>
              <c:pt idx="3610">
                <c:v>258.247</c:v>
              </c:pt>
              <c:pt idx="3611">
                <c:v>238.472</c:v>
              </c:pt>
              <c:pt idx="3612">
                <c:v>248.711</c:v>
              </c:pt>
              <c:pt idx="3613">
                <c:v>241.165</c:v>
              </c:pt>
              <c:pt idx="3614">
                <c:v>257.301</c:v>
              </c:pt>
              <c:pt idx="3615">
                <c:v>241.737</c:v>
              </c:pt>
              <c:pt idx="3616">
                <c:v>241.091</c:v>
              </c:pt>
              <c:pt idx="3617">
                <c:v>256.054</c:v>
              </c:pt>
              <c:pt idx="3618">
                <c:v>256.373</c:v>
              </c:pt>
              <c:pt idx="3619">
                <c:v>241.986</c:v>
              </c:pt>
              <c:pt idx="3620">
                <c:v>252.439</c:v>
              </c:pt>
              <c:pt idx="3621">
                <c:v>210.771</c:v>
              </c:pt>
              <c:pt idx="3622">
                <c:v>204.328</c:v>
              </c:pt>
              <c:pt idx="3623">
                <c:v>50.092</c:v>
              </c:pt>
              <c:pt idx="3624">
                <c:v>137.137</c:v>
              </c:pt>
              <c:pt idx="3625">
                <c:v>174.388</c:v>
              </c:pt>
              <c:pt idx="3626">
                <c:v>192.29</c:v>
              </c:pt>
              <c:pt idx="3627">
                <c:v>77.962</c:v>
              </c:pt>
              <c:pt idx="3628">
                <c:v>168.564</c:v>
              </c:pt>
              <c:pt idx="3629">
                <c:v>219.21</c:v>
              </c:pt>
              <c:pt idx="3630">
                <c:v>219.873</c:v>
              </c:pt>
              <c:pt idx="3631">
                <c:v>112.212</c:v>
              </c:pt>
              <c:pt idx="3632">
                <c:v>218.763</c:v>
              </c:pt>
              <c:pt idx="3633">
                <c:v>38.149</c:v>
              </c:pt>
              <c:pt idx="3634">
                <c:v>246.183</c:v>
              </c:pt>
              <c:pt idx="3635">
                <c:v>119.325</c:v>
              </c:pt>
              <c:pt idx="3636">
                <c:v>175.927</c:v>
              </c:pt>
              <c:pt idx="3637">
                <c:v>198.167</c:v>
              </c:pt>
              <c:pt idx="3638">
                <c:v>145.763</c:v>
              </c:pt>
              <c:pt idx="3639">
                <c:v>128.324</c:v>
              </c:pt>
              <c:pt idx="3640">
                <c:v>230.124</c:v>
              </c:pt>
              <c:pt idx="3641">
                <c:v>226.537</c:v>
              </c:pt>
              <c:pt idx="3642">
                <c:v>238.296</c:v>
              </c:pt>
              <c:pt idx="3643">
                <c:v>229.755</c:v>
              </c:pt>
              <c:pt idx="3644">
                <c:v>234.04</c:v>
              </c:pt>
              <c:pt idx="3645">
                <c:v>239.321</c:v>
              </c:pt>
              <c:pt idx="3646">
                <c:v>92.603</c:v>
              </c:pt>
              <c:pt idx="3647">
                <c:v>229.35</c:v>
              </c:pt>
              <c:pt idx="3648">
                <c:v>237.995</c:v>
              </c:pt>
              <c:pt idx="3649">
                <c:v>225.044</c:v>
              </c:pt>
              <c:pt idx="3650">
                <c:v>226.266</c:v>
              </c:pt>
              <c:pt idx="3651">
                <c:v>211.831</c:v>
              </c:pt>
              <c:pt idx="3652">
                <c:v>213.243</c:v>
              </c:pt>
              <c:pt idx="3653">
                <c:v>201.531</c:v>
              </c:pt>
              <c:pt idx="3654">
                <c:v>198.23</c:v>
              </c:pt>
              <c:pt idx="3655">
                <c:v>225.072</c:v>
              </c:pt>
              <c:pt idx="3656">
                <c:v>198.161</c:v>
              </c:pt>
              <c:pt idx="3657">
                <c:v>193.631</c:v>
              </c:pt>
              <c:pt idx="3658">
                <c:v>219.485</c:v>
              </c:pt>
              <c:pt idx="3659">
                <c:v>203.225</c:v>
              </c:pt>
              <c:pt idx="3660">
                <c:v>212.466</c:v>
              </c:pt>
              <c:pt idx="3661">
                <c:v>202.041</c:v>
              </c:pt>
              <c:pt idx="3662">
                <c:v>198.027</c:v>
              </c:pt>
              <c:pt idx="3663">
                <c:v>193.165</c:v>
              </c:pt>
              <c:pt idx="3664">
                <c:v>212.837</c:v>
              </c:pt>
              <c:pt idx="3665">
                <c:v>208.271</c:v>
              </c:pt>
              <c:pt idx="3666">
                <c:v>214.671</c:v>
              </c:pt>
              <c:pt idx="3667">
                <c:v>242.773</c:v>
              </c:pt>
              <c:pt idx="3668">
                <c:v>221.791</c:v>
              </c:pt>
              <c:pt idx="3669">
                <c:v>207.194</c:v>
              </c:pt>
              <c:pt idx="3670">
                <c:v>211.089</c:v>
              </c:pt>
              <c:pt idx="3671">
                <c:v>215.906</c:v>
              </c:pt>
              <c:pt idx="3672">
                <c:v>211.703</c:v>
              </c:pt>
              <c:pt idx="3673">
                <c:v>215.236</c:v>
              </c:pt>
              <c:pt idx="3674">
                <c:v>216.992</c:v>
              </c:pt>
              <c:pt idx="3675">
                <c:v>211.709</c:v>
              </c:pt>
              <c:pt idx="3676">
                <c:v>217.968</c:v>
              </c:pt>
              <c:pt idx="3677">
                <c:v>211.509</c:v>
              </c:pt>
              <c:pt idx="3678">
                <c:v>211.021</c:v>
              </c:pt>
              <c:pt idx="3679">
                <c:v>211.625</c:v>
              </c:pt>
              <c:pt idx="3680">
                <c:v>214.351</c:v>
              </c:pt>
              <c:pt idx="3681">
                <c:v>219.483</c:v>
              </c:pt>
              <c:pt idx="3682">
                <c:v>213.066</c:v>
              </c:pt>
              <c:pt idx="3683">
                <c:v>221.73</c:v>
              </c:pt>
              <c:pt idx="3684">
                <c:v>214.135</c:v>
              </c:pt>
              <c:pt idx="3685">
                <c:v>212.209</c:v>
              </c:pt>
              <c:pt idx="3686">
                <c:v>210.958</c:v>
              </c:pt>
              <c:pt idx="3687">
                <c:v>211.498</c:v>
              </c:pt>
              <c:pt idx="3688">
                <c:v>211.08</c:v>
              </c:pt>
              <c:pt idx="3689">
                <c:v>213.151</c:v>
              </c:pt>
              <c:pt idx="3690">
                <c:v>220.974</c:v>
              </c:pt>
              <c:pt idx="3691">
                <c:v>216.561</c:v>
              </c:pt>
              <c:pt idx="3692">
                <c:v>57.354</c:v>
              </c:pt>
              <c:pt idx="3693">
                <c:v>217.648</c:v>
              </c:pt>
              <c:pt idx="3694">
                <c:v>213.622</c:v>
              </c:pt>
              <c:pt idx="3695">
                <c:v>218.979</c:v>
              </c:pt>
              <c:pt idx="3696">
                <c:v>219.929</c:v>
              </c:pt>
              <c:pt idx="3697">
                <c:v>214.32</c:v>
              </c:pt>
              <c:pt idx="3698">
                <c:v>218.591</c:v>
              </c:pt>
              <c:pt idx="3699">
                <c:v>221.646</c:v>
              </c:pt>
              <c:pt idx="3700">
                <c:v>216.405</c:v>
              </c:pt>
              <c:pt idx="3701">
                <c:v>216.623</c:v>
              </c:pt>
              <c:pt idx="3702">
                <c:v>190.502</c:v>
              </c:pt>
              <c:pt idx="3703">
                <c:v>190.292</c:v>
              </c:pt>
              <c:pt idx="3704">
                <c:v>218.86</c:v>
              </c:pt>
              <c:pt idx="3705">
                <c:v>216.187</c:v>
              </c:pt>
              <c:pt idx="3706">
                <c:v>206.547</c:v>
              </c:pt>
              <c:pt idx="3707">
                <c:v>201.048</c:v>
              </c:pt>
              <c:pt idx="3708">
                <c:v>191.099</c:v>
              </c:pt>
              <c:pt idx="3709">
                <c:v>207.905</c:v>
              </c:pt>
              <c:pt idx="3710">
                <c:v>185.873</c:v>
              </c:pt>
              <c:pt idx="3711">
                <c:v>192.33</c:v>
              </c:pt>
              <c:pt idx="3712">
                <c:v>207.95</c:v>
              </c:pt>
              <c:pt idx="3713">
                <c:v>216.043</c:v>
              </c:pt>
              <c:pt idx="3714">
                <c:v>210.533</c:v>
              </c:pt>
              <c:pt idx="3715">
                <c:v>219.658</c:v>
              </c:pt>
              <c:pt idx="3716">
                <c:v>188.782</c:v>
              </c:pt>
              <c:pt idx="3717">
                <c:v>184.071</c:v>
              </c:pt>
              <c:pt idx="3718">
                <c:v>210.888</c:v>
              </c:pt>
              <c:pt idx="3719">
                <c:v>65.911</c:v>
              </c:pt>
              <c:pt idx="3720">
                <c:v>191.861</c:v>
              </c:pt>
              <c:pt idx="3721">
                <c:v>110.54</c:v>
              </c:pt>
              <c:pt idx="3722">
                <c:v>213.419</c:v>
              </c:pt>
              <c:pt idx="3723">
                <c:v>212.117</c:v>
              </c:pt>
              <c:pt idx="3724">
                <c:v>206.634</c:v>
              </c:pt>
              <c:pt idx="3725">
                <c:v>214.954</c:v>
              </c:pt>
              <c:pt idx="3726">
                <c:v>201.942</c:v>
              </c:pt>
              <c:pt idx="3727">
                <c:v>204.671</c:v>
              </c:pt>
              <c:pt idx="3728">
                <c:v>220.744</c:v>
              </c:pt>
              <c:pt idx="3729">
                <c:v>196.165</c:v>
              </c:pt>
              <c:pt idx="3730">
                <c:v>188.719</c:v>
              </c:pt>
              <c:pt idx="3731">
                <c:v>213.659</c:v>
              </c:pt>
              <c:pt idx="3732">
                <c:v>196.689</c:v>
              </c:pt>
              <c:pt idx="3733">
                <c:v>206.627</c:v>
              </c:pt>
              <c:pt idx="3734">
                <c:v>194.761</c:v>
              </c:pt>
              <c:pt idx="3735">
                <c:v>194.663</c:v>
              </c:pt>
              <c:pt idx="3736">
                <c:v>202.177</c:v>
              </c:pt>
              <c:pt idx="3737">
                <c:v>199.999</c:v>
              </c:pt>
              <c:pt idx="3738">
                <c:v>196.105</c:v>
              </c:pt>
              <c:pt idx="3739">
                <c:v>203.361</c:v>
              </c:pt>
              <c:pt idx="3740">
                <c:v>186.287</c:v>
              </c:pt>
              <c:pt idx="3741">
                <c:v>207.182</c:v>
              </c:pt>
              <c:pt idx="3742">
                <c:v>211.045</c:v>
              </c:pt>
              <c:pt idx="3743">
                <c:v>209.388</c:v>
              </c:pt>
              <c:pt idx="3744">
                <c:v>188.306</c:v>
              </c:pt>
              <c:pt idx="3745">
                <c:v>200.017</c:v>
              </c:pt>
              <c:pt idx="3746">
                <c:v>201.249</c:v>
              </c:pt>
              <c:pt idx="3747">
                <c:v>216.148</c:v>
              </c:pt>
              <c:pt idx="3748">
                <c:v>215.287</c:v>
              </c:pt>
              <c:pt idx="3749">
                <c:v>218.29</c:v>
              </c:pt>
              <c:pt idx="3750">
                <c:v>191.088</c:v>
              </c:pt>
              <c:pt idx="3751">
                <c:v>192.181</c:v>
              </c:pt>
              <c:pt idx="3752">
                <c:v>202.696</c:v>
              </c:pt>
              <c:pt idx="3753">
                <c:v>217.784</c:v>
              </c:pt>
              <c:pt idx="3754">
                <c:v>202.216</c:v>
              </c:pt>
              <c:pt idx="3755">
                <c:v>210.382</c:v>
              </c:pt>
              <c:pt idx="3756">
                <c:v>207.984</c:v>
              </c:pt>
              <c:pt idx="3757">
                <c:v>189.148</c:v>
              </c:pt>
              <c:pt idx="3758">
                <c:v>193.329</c:v>
              </c:pt>
              <c:pt idx="3759">
                <c:v>193.828</c:v>
              </c:pt>
              <c:pt idx="3760">
                <c:v>187.507</c:v>
              </c:pt>
              <c:pt idx="3761">
                <c:v>194.147</c:v>
              </c:pt>
              <c:pt idx="3762">
                <c:v>202.473</c:v>
              </c:pt>
              <c:pt idx="3763">
                <c:v>203.861</c:v>
              </c:pt>
              <c:pt idx="3764">
                <c:v>211.296</c:v>
              </c:pt>
              <c:pt idx="3765">
                <c:v>112.454</c:v>
              </c:pt>
              <c:pt idx="3766">
                <c:v>107.219</c:v>
              </c:pt>
              <c:pt idx="3767">
                <c:v>100.495</c:v>
              </c:pt>
              <c:pt idx="3768">
                <c:v>92.683</c:v>
              </c:pt>
              <c:pt idx="3769">
                <c:v>101.557</c:v>
              </c:pt>
              <c:pt idx="3770">
                <c:v>91.505</c:v>
              </c:pt>
              <c:pt idx="3771">
                <c:v>43.885</c:v>
              </c:pt>
              <c:pt idx="3772">
                <c:v>101.034</c:v>
              </c:pt>
              <c:pt idx="3773">
                <c:v>108.131</c:v>
              </c:pt>
              <c:pt idx="3774">
                <c:v>88.967</c:v>
              </c:pt>
              <c:pt idx="3775">
                <c:v>97.99</c:v>
              </c:pt>
              <c:pt idx="3776">
                <c:v>85.578</c:v>
              </c:pt>
              <c:pt idx="3777">
                <c:v>89.451</c:v>
              </c:pt>
              <c:pt idx="3778">
                <c:v>111.249</c:v>
              </c:pt>
              <c:pt idx="3779">
                <c:v>103.771</c:v>
              </c:pt>
              <c:pt idx="3780">
                <c:v>107.989</c:v>
              </c:pt>
              <c:pt idx="3781">
                <c:v>97.931</c:v>
              </c:pt>
              <c:pt idx="3782">
                <c:v>100.009</c:v>
              </c:pt>
              <c:pt idx="3783">
                <c:v>105.014</c:v>
              </c:pt>
              <c:pt idx="3784">
                <c:v>109.32</c:v>
              </c:pt>
              <c:pt idx="3785">
                <c:v>101.764</c:v>
              </c:pt>
              <c:pt idx="3786">
                <c:v>94.866</c:v>
              </c:pt>
              <c:pt idx="3787">
                <c:v>91.197</c:v>
              </c:pt>
              <c:pt idx="3788">
                <c:v>111.513</c:v>
              </c:pt>
              <c:pt idx="3789">
                <c:v>86.186</c:v>
              </c:pt>
              <c:pt idx="3790">
                <c:v>87.68</c:v>
              </c:pt>
              <c:pt idx="3791">
                <c:v>95.804</c:v>
              </c:pt>
              <c:pt idx="3792">
                <c:v>108.347</c:v>
              </c:pt>
              <c:pt idx="3793">
                <c:v>87.382</c:v>
              </c:pt>
              <c:pt idx="3794">
                <c:v>106.382</c:v>
              </c:pt>
              <c:pt idx="3795">
                <c:v>109.525</c:v>
              </c:pt>
              <c:pt idx="3796">
                <c:v>86.065</c:v>
              </c:pt>
              <c:pt idx="3797">
                <c:v>105.715</c:v>
              </c:pt>
              <c:pt idx="3798">
                <c:v>221.345</c:v>
              </c:pt>
              <c:pt idx="3799">
                <c:v>99.629</c:v>
              </c:pt>
              <c:pt idx="3800">
                <c:v>104.767</c:v>
              </c:pt>
              <c:pt idx="3801">
                <c:v>174.679</c:v>
              </c:pt>
              <c:pt idx="3802">
                <c:v>100.931</c:v>
              </c:pt>
              <c:pt idx="3803">
                <c:v>100.734</c:v>
              </c:pt>
              <c:pt idx="3804">
                <c:v>96.526</c:v>
              </c:pt>
              <c:pt idx="3805">
                <c:v>98.337</c:v>
              </c:pt>
              <c:pt idx="3806">
                <c:v>97.047</c:v>
              </c:pt>
              <c:pt idx="3807">
                <c:v>97.679</c:v>
              </c:pt>
              <c:pt idx="3808">
                <c:v>96.487</c:v>
              </c:pt>
              <c:pt idx="3809">
                <c:v>107.323</c:v>
              </c:pt>
              <c:pt idx="3810">
                <c:v>96.39</c:v>
              </c:pt>
              <c:pt idx="3811">
                <c:v>236.473</c:v>
              </c:pt>
              <c:pt idx="3812">
                <c:v>251.219</c:v>
              </c:pt>
              <c:pt idx="3813">
                <c:v>237.434</c:v>
              </c:pt>
              <c:pt idx="3814">
                <c:v>236.821</c:v>
              </c:pt>
              <c:pt idx="3815">
                <c:v>52.487</c:v>
              </c:pt>
              <c:pt idx="3816">
                <c:v>240.51</c:v>
              </c:pt>
              <c:pt idx="3817">
                <c:v>235.546</c:v>
              </c:pt>
              <c:pt idx="3818">
                <c:v>236.173</c:v>
              </c:pt>
              <c:pt idx="3819">
                <c:v>233.071</c:v>
              </c:pt>
              <c:pt idx="3820">
                <c:v>232.585</c:v>
              </c:pt>
              <c:pt idx="3821">
                <c:v>241.272</c:v>
              </c:pt>
              <c:pt idx="3822">
                <c:v>237.379</c:v>
              </c:pt>
              <c:pt idx="3823">
                <c:v>243.894</c:v>
              </c:pt>
              <c:pt idx="3824">
                <c:v>249.627</c:v>
              </c:pt>
              <c:pt idx="3825">
                <c:v>236.011</c:v>
              </c:pt>
              <c:pt idx="3826">
                <c:v>237.785</c:v>
              </c:pt>
              <c:pt idx="3827">
                <c:v>250.86</c:v>
              </c:pt>
              <c:pt idx="3828">
                <c:v>243.539</c:v>
              </c:pt>
              <c:pt idx="3829">
                <c:v>245.608</c:v>
              </c:pt>
              <c:pt idx="3830">
                <c:v>236.345</c:v>
              </c:pt>
              <c:pt idx="3831">
                <c:v>247.155</c:v>
              </c:pt>
              <c:pt idx="3832">
                <c:v>146.801</c:v>
              </c:pt>
              <c:pt idx="3833">
                <c:v>201.553</c:v>
              </c:pt>
              <c:pt idx="3834">
                <c:v>240.055</c:v>
              </c:pt>
              <c:pt idx="3835">
                <c:v>235.218</c:v>
              </c:pt>
              <c:pt idx="3836">
                <c:v>236.413</c:v>
              </c:pt>
              <c:pt idx="3837">
                <c:v>237.012</c:v>
              </c:pt>
              <c:pt idx="3838">
                <c:v>246.588</c:v>
              </c:pt>
              <c:pt idx="3839">
                <c:v>239.885</c:v>
              </c:pt>
              <c:pt idx="3840">
                <c:v>239.639</c:v>
              </c:pt>
              <c:pt idx="3841">
                <c:v>235.174</c:v>
              </c:pt>
              <c:pt idx="3842">
                <c:v>140.835</c:v>
              </c:pt>
              <c:pt idx="3843">
                <c:v>150.181</c:v>
              </c:pt>
              <c:pt idx="3844">
                <c:v>140.961</c:v>
              </c:pt>
              <c:pt idx="3845">
                <c:v>142.345</c:v>
              </c:pt>
              <c:pt idx="3846">
                <c:v>146.279</c:v>
              </c:pt>
              <c:pt idx="3847">
                <c:v>139.493</c:v>
              </c:pt>
              <c:pt idx="3848">
                <c:v>141.197</c:v>
              </c:pt>
              <c:pt idx="3849">
                <c:v>150.619</c:v>
              </c:pt>
              <c:pt idx="3850">
                <c:v>142.655</c:v>
              </c:pt>
              <c:pt idx="3851">
                <c:v>140.2</c:v>
              </c:pt>
              <c:pt idx="3852">
                <c:v>142.127</c:v>
              </c:pt>
              <c:pt idx="3853">
                <c:v>154.97</c:v>
              </c:pt>
              <c:pt idx="3854">
                <c:v>140.173</c:v>
              </c:pt>
              <c:pt idx="3855">
                <c:v>158.141</c:v>
              </c:pt>
              <c:pt idx="3856">
                <c:v>156.701</c:v>
              </c:pt>
              <c:pt idx="3857">
                <c:v>144.138</c:v>
              </c:pt>
              <c:pt idx="3858">
                <c:v>161.781</c:v>
              </c:pt>
              <c:pt idx="3859">
                <c:v>146.456</c:v>
              </c:pt>
              <c:pt idx="3860">
                <c:v>144.938</c:v>
              </c:pt>
              <c:pt idx="3861">
                <c:v>147.703</c:v>
              </c:pt>
              <c:pt idx="3862">
                <c:v>141.423</c:v>
              </c:pt>
              <c:pt idx="3863">
                <c:v>149.38</c:v>
              </c:pt>
              <c:pt idx="3864">
                <c:v>145.145</c:v>
              </c:pt>
              <c:pt idx="3865">
                <c:v>150.605</c:v>
              </c:pt>
              <c:pt idx="3866">
                <c:v>85.204</c:v>
              </c:pt>
              <c:pt idx="3867">
                <c:v>140.829</c:v>
              </c:pt>
              <c:pt idx="3868">
                <c:v>159.15</c:v>
              </c:pt>
              <c:pt idx="3869">
                <c:v>143.871</c:v>
              </c:pt>
              <c:pt idx="3870">
                <c:v>147.829</c:v>
              </c:pt>
              <c:pt idx="3871">
                <c:v>162.28</c:v>
              </c:pt>
              <c:pt idx="3872">
                <c:v>145.602</c:v>
              </c:pt>
              <c:pt idx="3873">
                <c:v>161.398</c:v>
              </c:pt>
              <c:pt idx="3874">
                <c:v>150.935</c:v>
              </c:pt>
              <c:pt idx="3875">
                <c:v>141.165</c:v>
              </c:pt>
              <c:pt idx="3876">
                <c:v>145.333</c:v>
              </c:pt>
              <c:pt idx="3877">
                <c:v>160.749</c:v>
              </c:pt>
              <c:pt idx="3878">
                <c:v>154.536</c:v>
              </c:pt>
              <c:pt idx="3879">
                <c:v>139.812</c:v>
              </c:pt>
              <c:pt idx="3880">
                <c:v>156.268</c:v>
              </c:pt>
              <c:pt idx="3881">
                <c:v>146.745</c:v>
              </c:pt>
              <c:pt idx="3882">
                <c:v>144.153</c:v>
              </c:pt>
              <c:pt idx="3883">
                <c:v>147.822</c:v>
              </c:pt>
              <c:pt idx="3884">
                <c:v>146.022</c:v>
              </c:pt>
              <c:pt idx="3885">
                <c:v>143.748</c:v>
              </c:pt>
              <c:pt idx="3886">
                <c:v>187.773</c:v>
              </c:pt>
              <c:pt idx="3887">
                <c:v>155.18</c:v>
              </c:pt>
              <c:pt idx="3888">
                <c:v>143.6</c:v>
              </c:pt>
              <c:pt idx="3889">
                <c:v>147.844</c:v>
              </c:pt>
              <c:pt idx="3890">
                <c:v>157.102</c:v>
              </c:pt>
              <c:pt idx="3891">
                <c:v>154.31</c:v>
              </c:pt>
              <c:pt idx="3892">
                <c:v>149.515</c:v>
              </c:pt>
              <c:pt idx="3893">
                <c:v>161.96</c:v>
              </c:pt>
              <c:pt idx="3894">
                <c:v>159.871</c:v>
              </c:pt>
              <c:pt idx="3895">
                <c:v>146.228</c:v>
              </c:pt>
              <c:pt idx="3896">
                <c:v>119.8</c:v>
              </c:pt>
              <c:pt idx="3897">
                <c:v>167.741</c:v>
              </c:pt>
              <c:pt idx="3898">
                <c:v>145.338</c:v>
              </c:pt>
              <c:pt idx="3899">
                <c:v>145.548</c:v>
              </c:pt>
              <c:pt idx="3900">
                <c:v>143.309</c:v>
              </c:pt>
              <c:pt idx="3901">
                <c:v>150.667</c:v>
              </c:pt>
              <c:pt idx="3902">
                <c:v>157.146</c:v>
              </c:pt>
              <c:pt idx="3903">
                <c:v>142.557</c:v>
              </c:pt>
              <c:pt idx="3904">
                <c:v>157.139</c:v>
              </c:pt>
              <c:pt idx="3905">
                <c:v>143.888</c:v>
              </c:pt>
              <c:pt idx="3906">
                <c:v>146.744</c:v>
              </c:pt>
              <c:pt idx="3907">
                <c:v>124.876</c:v>
              </c:pt>
              <c:pt idx="3908">
                <c:v>148.729</c:v>
              </c:pt>
              <c:pt idx="3909">
                <c:v>141.271</c:v>
              </c:pt>
              <c:pt idx="3910">
                <c:v>144.661</c:v>
              </c:pt>
              <c:pt idx="3911">
                <c:v>150.114</c:v>
              </c:pt>
              <c:pt idx="3912">
                <c:v>147.578</c:v>
              </c:pt>
              <c:pt idx="3913">
                <c:v>155.662</c:v>
              </c:pt>
              <c:pt idx="3914">
                <c:v>157.595</c:v>
              </c:pt>
              <c:pt idx="3915">
                <c:v>158.129</c:v>
              </c:pt>
              <c:pt idx="3916">
                <c:v>153.184</c:v>
              </c:pt>
              <c:pt idx="3917">
                <c:v>142.544</c:v>
              </c:pt>
              <c:pt idx="3918">
                <c:v>161.078</c:v>
              </c:pt>
              <c:pt idx="3919">
                <c:v>148.183</c:v>
              </c:pt>
              <c:pt idx="3920">
                <c:v>144.418</c:v>
              </c:pt>
              <c:pt idx="3921">
                <c:v>149.199</c:v>
              </c:pt>
              <c:pt idx="3922">
                <c:v>148.184</c:v>
              </c:pt>
              <c:pt idx="3923">
                <c:v>182.559</c:v>
              </c:pt>
              <c:pt idx="3924">
                <c:v>195.975</c:v>
              </c:pt>
              <c:pt idx="3925">
                <c:v>192.174</c:v>
              </c:pt>
              <c:pt idx="3926">
                <c:v>196.167</c:v>
              </c:pt>
              <c:pt idx="3927">
                <c:v>219.041</c:v>
              </c:pt>
              <c:pt idx="3928">
                <c:v>193.261</c:v>
              </c:pt>
              <c:pt idx="3929">
                <c:v>187.176</c:v>
              </c:pt>
              <c:pt idx="3930">
                <c:v>191.674</c:v>
              </c:pt>
              <c:pt idx="3931">
                <c:v>181.641</c:v>
              </c:pt>
              <c:pt idx="3932">
                <c:v>181.108</c:v>
              </c:pt>
              <c:pt idx="3933">
                <c:v>192.357</c:v>
              </c:pt>
              <c:pt idx="3934">
                <c:v>181.57</c:v>
              </c:pt>
              <c:pt idx="3935">
                <c:v>194.791</c:v>
              </c:pt>
              <c:pt idx="3936">
                <c:v>179.713</c:v>
              </c:pt>
              <c:pt idx="3937">
                <c:v>230.856</c:v>
              </c:pt>
              <c:pt idx="3938">
                <c:v>237.186</c:v>
              </c:pt>
              <c:pt idx="3939">
                <c:v>226.178</c:v>
              </c:pt>
              <c:pt idx="3940">
                <c:v>230.422</c:v>
              </c:pt>
              <c:pt idx="3941">
                <c:v>219.48</c:v>
              </c:pt>
              <c:pt idx="3942">
                <c:v>221.014</c:v>
              </c:pt>
              <c:pt idx="3943">
                <c:v>228.79</c:v>
              </c:pt>
              <c:pt idx="3944">
                <c:v>231.715</c:v>
              </c:pt>
              <c:pt idx="3945">
                <c:v>224.598</c:v>
              </c:pt>
              <c:pt idx="3946">
                <c:v>226.689</c:v>
              </c:pt>
              <c:pt idx="3947">
                <c:v>225.405</c:v>
              </c:pt>
              <c:pt idx="3948">
                <c:v>225.002</c:v>
              </c:pt>
              <c:pt idx="3949">
                <c:v>233.257</c:v>
              </c:pt>
              <c:pt idx="3950">
                <c:v>241.574</c:v>
              </c:pt>
              <c:pt idx="3951">
                <c:v>218.75</c:v>
              </c:pt>
              <c:pt idx="3952">
                <c:v>225.468</c:v>
              </c:pt>
              <c:pt idx="3953">
                <c:v>225.232</c:v>
              </c:pt>
              <c:pt idx="3954">
                <c:v>225.999</c:v>
              </c:pt>
              <c:pt idx="3955">
                <c:v>225.247</c:v>
              </c:pt>
              <c:pt idx="3956">
                <c:v>222.274</c:v>
              </c:pt>
              <c:pt idx="3957">
                <c:v>145.408</c:v>
              </c:pt>
              <c:pt idx="3958">
                <c:v>223.465</c:v>
              </c:pt>
              <c:pt idx="3959">
                <c:v>219.314</c:v>
              </c:pt>
              <c:pt idx="3960">
                <c:v>221.981</c:v>
              </c:pt>
              <c:pt idx="3961">
                <c:v>225.06</c:v>
              </c:pt>
              <c:pt idx="3962">
                <c:v>219.637</c:v>
              </c:pt>
              <c:pt idx="3963">
                <c:v>231.355</c:v>
              </c:pt>
              <c:pt idx="3964">
                <c:v>241.312</c:v>
              </c:pt>
              <c:pt idx="3965">
                <c:v>224.653</c:v>
              </c:pt>
              <c:pt idx="3966">
                <c:v>238.304</c:v>
              </c:pt>
              <c:pt idx="3967">
                <c:v>231.871</c:v>
              </c:pt>
              <c:pt idx="3968">
                <c:v>240.375</c:v>
              </c:pt>
              <c:pt idx="3969">
                <c:v>239.923</c:v>
              </c:pt>
              <c:pt idx="3970">
                <c:v>215.742</c:v>
              </c:pt>
              <c:pt idx="3971">
                <c:v>237.48</c:v>
              </c:pt>
              <c:pt idx="3972">
                <c:v>223.733</c:v>
              </c:pt>
              <c:pt idx="3973">
                <c:v>225.707</c:v>
              </c:pt>
              <c:pt idx="3974">
                <c:v>225.335</c:v>
              </c:pt>
              <c:pt idx="3975">
                <c:v>216.059</c:v>
              </c:pt>
              <c:pt idx="3976">
                <c:v>241.437</c:v>
              </c:pt>
              <c:pt idx="3977">
                <c:v>232.098</c:v>
              </c:pt>
              <c:pt idx="3978">
                <c:v>236.939</c:v>
              </c:pt>
              <c:pt idx="3979">
                <c:v>224.033</c:v>
              </c:pt>
              <c:pt idx="3980">
                <c:v>222.285</c:v>
              </c:pt>
              <c:pt idx="3981">
                <c:v>234.945</c:v>
              </c:pt>
              <c:pt idx="3982">
                <c:v>219.007</c:v>
              </c:pt>
              <c:pt idx="3983">
                <c:v>226.799</c:v>
              </c:pt>
              <c:pt idx="3984">
                <c:v>232.422</c:v>
              </c:pt>
              <c:pt idx="3985">
                <c:v>224.681</c:v>
              </c:pt>
              <c:pt idx="3986">
                <c:v>231.89</c:v>
              </c:pt>
              <c:pt idx="3987">
                <c:v>233.182</c:v>
              </c:pt>
              <c:pt idx="3988">
                <c:v>234.037</c:v>
              </c:pt>
              <c:pt idx="3989">
                <c:v>234.491</c:v>
              </c:pt>
              <c:pt idx="3990">
                <c:v>225.857</c:v>
              </c:pt>
              <c:pt idx="3991">
                <c:v>233.836</c:v>
              </c:pt>
              <c:pt idx="3992">
                <c:v>218.492</c:v>
              </c:pt>
              <c:pt idx="3993">
                <c:v>218.206</c:v>
              </c:pt>
              <c:pt idx="3994">
                <c:v>220.577</c:v>
              </c:pt>
              <c:pt idx="3995">
                <c:v>231.836</c:v>
              </c:pt>
              <c:pt idx="3996">
                <c:v>230.266</c:v>
              </c:pt>
              <c:pt idx="3997">
                <c:v>222.595</c:v>
              </c:pt>
              <c:pt idx="3998">
                <c:v>219.718</c:v>
              </c:pt>
              <c:pt idx="3999">
                <c:v>222.929</c:v>
              </c:pt>
              <c:pt idx="4000">
                <c:v>232.406</c:v>
              </c:pt>
              <c:pt idx="4001">
                <c:v>221.266</c:v>
              </c:pt>
              <c:pt idx="4002">
                <c:v>226.454</c:v>
              </c:pt>
              <c:pt idx="4003">
                <c:v>222.604</c:v>
              </c:pt>
              <c:pt idx="4004">
                <c:v>228.622</c:v>
              </c:pt>
              <c:pt idx="4005">
                <c:v>232.491</c:v>
              </c:pt>
              <c:pt idx="4006">
                <c:v>226.414</c:v>
              </c:pt>
              <c:pt idx="4007">
                <c:v>234.727</c:v>
              </c:pt>
              <c:pt idx="4008">
                <c:v>222.532</c:v>
              </c:pt>
              <c:pt idx="4009">
                <c:v>235.251</c:v>
              </c:pt>
              <c:pt idx="4010">
                <c:v>230.311</c:v>
              </c:pt>
              <c:pt idx="4011">
                <c:v>226.791</c:v>
              </c:pt>
              <c:pt idx="4012">
                <c:v>218.418</c:v>
              </c:pt>
              <c:pt idx="4013">
                <c:v>232.812</c:v>
              </c:pt>
              <c:pt idx="4014">
                <c:v>222.837</c:v>
              </c:pt>
              <c:pt idx="4015">
                <c:v>229.163</c:v>
              </c:pt>
              <c:pt idx="4016">
                <c:v>133.618</c:v>
              </c:pt>
              <c:pt idx="4017">
                <c:v>113.497</c:v>
              </c:pt>
              <c:pt idx="4018">
                <c:v>112.792</c:v>
              </c:pt>
              <c:pt idx="4019">
                <c:v>110.688</c:v>
              </c:pt>
              <c:pt idx="4020">
                <c:v>120.661</c:v>
              </c:pt>
              <c:pt idx="4021">
                <c:v>127.05</c:v>
              </c:pt>
              <c:pt idx="4022">
                <c:v>115.699</c:v>
              </c:pt>
              <c:pt idx="4023">
                <c:v>134.152</c:v>
              </c:pt>
              <c:pt idx="4024">
                <c:v>130.322</c:v>
              </c:pt>
              <c:pt idx="4025">
                <c:v>116.33</c:v>
              </c:pt>
              <c:pt idx="4026">
                <c:v>114.058</c:v>
              </c:pt>
              <c:pt idx="4027">
                <c:v>124.974</c:v>
              </c:pt>
              <c:pt idx="4028">
                <c:v>115.407</c:v>
              </c:pt>
              <c:pt idx="4029">
                <c:v>119.779</c:v>
              </c:pt>
              <c:pt idx="4030">
                <c:v>129.147</c:v>
              </c:pt>
              <c:pt idx="4031">
                <c:v>122.106</c:v>
              </c:pt>
              <c:pt idx="4032">
                <c:v>109.996</c:v>
              </c:pt>
              <c:pt idx="4033">
                <c:v>118.355</c:v>
              </c:pt>
              <c:pt idx="4034">
                <c:v>110.783</c:v>
              </c:pt>
              <c:pt idx="4035">
                <c:v>110.738</c:v>
              </c:pt>
              <c:pt idx="4036">
                <c:v>131.497</c:v>
              </c:pt>
              <c:pt idx="4037">
                <c:v>116.827</c:v>
              </c:pt>
              <c:pt idx="4038">
                <c:v>129.915</c:v>
              </c:pt>
              <c:pt idx="4039">
                <c:v>128.122</c:v>
              </c:pt>
              <c:pt idx="4040">
                <c:v>115.918</c:v>
              </c:pt>
              <c:pt idx="4041">
                <c:v>132.311</c:v>
              </c:pt>
              <c:pt idx="4042">
                <c:v>123.235</c:v>
              </c:pt>
              <c:pt idx="4043">
                <c:v>129.38</c:v>
              </c:pt>
              <c:pt idx="4044">
                <c:v>130.213</c:v>
              </c:pt>
              <c:pt idx="4045">
                <c:v>129.456</c:v>
              </c:pt>
              <c:pt idx="4046">
                <c:v>134.125</c:v>
              </c:pt>
              <c:pt idx="4047">
                <c:v>129.586</c:v>
              </c:pt>
              <c:pt idx="4048">
                <c:v>194.246</c:v>
              </c:pt>
              <c:pt idx="4049">
                <c:v>186.591</c:v>
              </c:pt>
              <c:pt idx="4050">
                <c:v>196.201</c:v>
              </c:pt>
              <c:pt idx="4051">
                <c:v>179.282</c:v>
              </c:pt>
              <c:pt idx="4052">
                <c:v>182.579</c:v>
              </c:pt>
              <c:pt idx="4053">
                <c:v>195.526</c:v>
              </c:pt>
              <c:pt idx="4054">
                <c:v>185.826</c:v>
              </c:pt>
              <c:pt idx="4055">
                <c:v>65.9</c:v>
              </c:pt>
              <c:pt idx="4056">
                <c:v>192.193</c:v>
              </c:pt>
              <c:pt idx="4057">
                <c:v>188.983</c:v>
              </c:pt>
              <c:pt idx="4058">
                <c:v>178.766</c:v>
              </c:pt>
              <c:pt idx="4059">
                <c:v>175.803</c:v>
              </c:pt>
              <c:pt idx="4060">
                <c:v>185.244</c:v>
              </c:pt>
              <c:pt idx="4061">
                <c:v>198.322</c:v>
              </c:pt>
              <c:pt idx="4062">
                <c:v>180.706</c:v>
              </c:pt>
              <c:pt idx="4063">
                <c:v>195.222</c:v>
              </c:pt>
              <c:pt idx="4064">
                <c:v>192.921</c:v>
              </c:pt>
              <c:pt idx="4065">
                <c:v>190.975</c:v>
              </c:pt>
              <c:pt idx="4066">
                <c:v>81.718</c:v>
              </c:pt>
              <c:pt idx="4067">
                <c:v>193.725</c:v>
              </c:pt>
              <c:pt idx="4068">
                <c:v>202.33</c:v>
              </c:pt>
              <c:pt idx="4069">
                <c:v>195.842</c:v>
              </c:pt>
              <c:pt idx="4070">
                <c:v>196.579</c:v>
              </c:pt>
              <c:pt idx="4071">
                <c:v>181.876</c:v>
              </c:pt>
              <c:pt idx="4072">
                <c:v>180.851</c:v>
              </c:pt>
              <c:pt idx="4073">
                <c:v>201.176</c:v>
              </c:pt>
              <c:pt idx="4074">
                <c:v>76.204</c:v>
              </c:pt>
              <c:pt idx="4075">
                <c:v>188.107</c:v>
              </c:pt>
              <c:pt idx="4076">
                <c:v>174.349</c:v>
              </c:pt>
              <c:pt idx="4077">
                <c:v>205.384</c:v>
              </c:pt>
              <c:pt idx="4078">
                <c:v>200.184</c:v>
              </c:pt>
              <c:pt idx="4079">
                <c:v>175.896</c:v>
              </c:pt>
              <c:pt idx="4080">
                <c:v>193.566</c:v>
              </c:pt>
              <c:pt idx="4081">
                <c:v>183.492</c:v>
              </c:pt>
              <c:pt idx="4082">
                <c:v>181.052</c:v>
              </c:pt>
              <c:pt idx="4083">
                <c:v>181.429</c:v>
              </c:pt>
              <c:pt idx="4084">
                <c:v>184.713</c:v>
              </c:pt>
              <c:pt idx="4085">
                <c:v>188.424</c:v>
              </c:pt>
              <c:pt idx="4086">
                <c:v>186.609</c:v>
              </c:pt>
              <c:pt idx="4087">
                <c:v>179.883</c:v>
              </c:pt>
              <c:pt idx="4088">
                <c:v>201.097</c:v>
              </c:pt>
              <c:pt idx="4089">
                <c:v>183.102</c:v>
              </c:pt>
              <c:pt idx="4090">
                <c:v>183.683</c:v>
              </c:pt>
              <c:pt idx="4091">
                <c:v>192.93</c:v>
              </c:pt>
              <c:pt idx="4092">
                <c:v>193.709</c:v>
              </c:pt>
              <c:pt idx="4093">
                <c:v>207.459</c:v>
              </c:pt>
              <c:pt idx="4094">
                <c:v>216.254</c:v>
              </c:pt>
              <c:pt idx="4095">
                <c:v>219.544</c:v>
              </c:pt>
              <c:pt idx="4096">
                <c:v>206.119</c:v>
              </c:pt>
              <c:pt idx="4097">
                <c:v>229.679</c:v>
              </c:pt>
              <c:pt idx="4098">
                <c:v>197.948</c:v>
              </c:pt>
              <c:pt idx="4099">
                <c:v>227.172</c:v>
              </c:pt>
              <c:pt idx="4100">
                <c:v>232.369</c:v>
              </c:pt>
              <c:pt idx="4101">
                <c:v>218.335</c:v>
              </c:pt>
              <c:pt idx="4102">
                <c:v>210.961</c:v>
              </c:pt>
              <c:pt idx="4103">
                <c:v>206.79</c:v>
              </c:pt>
              <c:pt idx="4104">
                <c:v>212.409</c:v>
              </c:pt>
              <c:pt idx="4105">
                <c:v>222.564</c:v>
              </c:pt>
              <c:pt idx="4106">
                <c:v>234.876</c:v>
              </c:pt>
              <c:pt idx="4107">
                <c:v>191.939</c:v>
              </c:pt>
              <c:pt idx="4108">
                <c:v>220.693</c:v>
              </c:pt>
              <c:pt idx="4109">
                <c:v>214.505</c:v>
              </c:pt>
              <c:pt idx="4110">
                <c:v>193.196</c:v>
              </c:pt>
              <c:pt idx="4111">
                <c:v>218.09</c:v>
              </c:pt>
              <c:pt idx="4112">
                <c:v>211.088</c:v>
              </c:pt>
              <c:pt idx="4113">
                <c:v>213.803</c:v>
              </c:pt>
              <c:pt idx="4114">
                <c:v>220.24</c:v>
              </c:pt>
              <c:pt idx="4115">
                <c:v>218.633</c:v>
              </c:pt>
              <c:pt idx="4116">
                <c:v>196.028</c:v>
              </c:pt>
              <c:pt idx="4117">
                <c:v>218.407</c:v>
              </c:pt>
              <c:pt idx="4118">
                <c:v>211.631</c:v>
              </c:pt>
              <c:pt idx="4119">
                <c:v>224.299</c:v>
              </c:pt>
              <c:pt idx="4120">
                <c:v>205.539</c:v>
              </c:pt>
              <c:pt idx="4121">
                <c:v>235.43</c:v>
              </c:pt>
              <c:pt idx="4122">
                <c:v>214.094</c:v>
              </c:pt>
              <c:pt idx="4123">
                <c:v>191.846</c:v>
              </c:pt>
              <c:pt idx="4124">
                <c:v>205.34</c:v>
              </c:pt>
              <c:pt idx="4125">
                <c:v>222.707</c:v>
              </c:pt>
              <c:pt idx="4126">
                <c:v>205.156</c:v>
              </c:pt>
              <c:pt idx="4127">
                <c:v>209.921</c:v>
              </c:pt>
              <c:pt idx="4128">
                <c:v>193.264</c:v>
              </c:pt>
              <c:pt idx="4129">
                <c:v>209.944</c:v>
              </c:pt>
              <c:pt idx="4130">
                <c:v>208.704</c:v>
              </c:pt>
              <c:pt idx="4131">
                <c:v>193.324</c:v>
              </c:pt>
              <c:pt idx="4132">
                <c:v>210.55</c:v>
              </c:pt>
              <c:pt idx="4133">
                <c:v>218.73</c:v>
              </c:pt>
              <c:pt idx="4134">
                <c:v>213.386</c:v>
              </c:pt>
              <c:pt idx="4135">
                <c:v>202.861</c:v>
              </c:pt>
              <c:pt idx="4136">
                <c:v>191.15</c:v>
              </c:pt>
              <c:pt idx="4137">
                <c:v>198.464</c:v>
              </c:pt>
              <c:pt idx="4138">
                <c:v>226.531</c:v>
              </c:pt>
              <c:pt idx="4139">
                <c:v>207.004</c:v>
              </c:pt>
              <c:pt idx="4140">
                <c:v>220.896</c:v>
              </c:pt>
              <c:pt idx="4141">
                <c:v>220.295</c:v>
              </c:pt>
              <c:pt idx="4142">
                <c:v>230.322</c:v>
              </c:pt>
              <c:pt idx="4143">
                <c:v>214.483</c:v>
              </c:pt>
              <c:pt idx="4144">
                <c:v>223.378</c:v>
              </c:pt>
              <c:pt idx="4145">
                <c:v>208.713</c:v>
              </c:pt>
              <c:pt idx="4146">
                <c:v>217.826</c:v>
              </c:pt>
              <c:pt idx="4147">
                <c:v>194.136</c:v>
              </c:pt>
              <c:pt idx="4148">
                <c:v>225.103</c:v>
              </c:pt>
              <c:pt idx="4149">
                <c:v>230.277</c:v>
              </c:pt>
              <c:pt idx="4150">
                <c:v>113.193</c:v>
              </c:pt>
              <c:pt idx="4151">
                <c:v>199.046</c:v>
              </c:pt>
              <c:pt idx="4152">
                <c:v>208.276</c:v>
              </c:pt>
              <c:pt idx="4153">
                <c:v>192.047</c:v>
              </c:pt>
              <c:pt idx="4154">
                <c:v>221.384</c:v>
              </c:pt>
              <c:pt idx="4155">
                <c:v>197.188</c:v>
              </c:pt>
              <c:pt idx="4156">
                <c:v>208.729</c:v>
              </c:pt>
              <c:pt idx="4157">
                <c:v>223.576</c:v>
              </c:pt>
              <c:pt idx="4158">
                <c:v>202.378</c:v>
              </c:pt>
              <c:pt idx="4159">
                <c:v>226.502</c:v>
              </c:pt>
              <c:pt idx="4160">
                <c:v>208.152</c:v>
              </c:pt>
              <c:pt idx="4161">
                <c:v>207.723</c:v>
              </c:pt>
              <c:pt idx="4162">
                <c:v>226.854</c:v>
              </c:pt>
              <c:pt idx="4163">
                <c:v>214.442</c:v>
              </c:pt>
              <c:pt idx="4164">
                <c:v>204.577</c:v>
              </c:pt>
              <c:pt idx="4165">
                <c:v>214.876</c:v>
              </c:pt>
              <c:pt idx="4166">
                <c:v>118.916</c:v>
              </c:pt>
              <c:pt idx="4167">
                <c:v>223.525</c:v>
              </c:pt>
              <c:pt idx="4168">
                <c:v>209.596</c:v>
              </c:pt>
              <c:pt idx="4169">
                <c:v>220.29</c:v>
              </c:pt>
              <c:pt idx="4170">
                <c:v>208.937</c:v>
              </c:pt>
              <c:pt idx="4171">
                <c:v>203.483</c:v>
              </c:pt>
              <c:pt idx="4172">
                <c:v>210.568</c:v>
              </c:pt>
              <c:pt idx="4173">
                <c:v>203.969</c:v>
              </c:pt>
              <c:pt idx="4174">
                <c:v>215.142</c:v>
              </c:pt>
              <c:pt idx="4175">
                <c:v>205.792</c:v>
              </c:pt>
              <c:pt idx="4176">
                <c:v>226.424</c:v>
              </c:pt>
              <c:pt idx="4177">
                <c:v>218.847</c:v>
              </c:pt>
              <c:pt idx="4178">
                <c:v>211.504</c:v>
              </c:pt>
              <c:pt idx="4179">
                <c:v>217.9</c:v>
              </c:pt>
              <c:pt idx="4180">
                <c:v>223.998</c:v>
              </c:pt>
              <c:pt idx="4181">
                <c:v>234.16</c:v>
              </c:pt>
              <c:pt idx="4182">
                <c:v>209.654</c:v>
              </c:pt>
              <c:pt idx="4183">
                <c:v>209.102</c:v>
              </c:pt>
              <c:pt idx="4184">
                <c:v>221.536</c:v>
              </c:pt>
              <c:pt idx="4185">
                <c:v>216.098</c:v>
              </c:pt>
              <c:pt idx="4186">
                <c:v>214.994</c:v>
              </c:pt>
              <c:pt idx="4187">
                <c:v>213.199</c:v>
              </c:pt>
              <c:pt idx="4188">
                <c:v>216.861</c:v>
              </c:pt>
              <c:pt idx="4189">
                <c:v>225.258</c:v>
              </c:pt>
              <c:pt idx="4190">
                <c:v>214.095</c:v>
              </c:pt>
              <c:pt idx="4191">
                <c:v>206.115</c:v>
              </c:pt>
              <c:pt idx="4192">
                <c:v>112.579</c:v>
              </c:pt>
              <c:pt idx="4193">
                <c:v>200.542</c:v>
              </c:pt>
              <c:pt idx="4194">
                <c:v>165.391</c:v>
              </c:pt>
              <c:pt idx="4195">
                <c:v>179.223</c:v>
              </c:pt>
              <c:pt idx="4196">
                <c:v>179.778</c:v>
              </c:pt>
              <c:pt idx="4197">
                <c:v>163.311</c:v>
              </c:pt>
              <c:pt idx="4198">
                <c:v>169.987</c:v>
              </c:pt>
              <c:pt idx="4199">
                <c:v>163.301</c:v>
              </c:pt>
              <c:pt idx="4200">
                <c:v>171.165</c:v>
              </c:pt>
              <c:pt idx="4201">
                <c:v>182.74</c:v>
              </c:pt>
              <c:pt idx="4202">
                <c:v>166.849</c:v>
              </c:pt>
              <c:pt idx="4203">
                <c:v>180.186</c:v>
              </c:pt>
              <c:pt idx="4204">
                <c:v>186.284</c:v>
              </c:pt>
              <c:pt idx="4205">
                <c:v>209.811</c:v>
              </c:pt>
              <c:pt idx="4206">
                <c:v>166.961</c:v>
              </c:pt>
              <c:pt idx="4207">
                <c:v>181.857</c:v>
              </c:pt>
              <c:pt idx="4208">
                <c:v>181.53</c:v>
              </c:pt>
              <c:pt idx="4209">
                <c:v>167.368</c:v>
              </c:pt>
              <c:pt idx="4210">
                <c:v>180.604</c:v>
              </c:pt>
              <c:pt idx="4211">
                <c:v>165.601</c:v>
              </c:pt>
              <c:pt idx="4212">
                <c:v>167.869</c:v>
              </c:pt>
              <c:pt idx="4213">
                <c:v>184.895</c:v>
              </c:pt>
              <c:pt idx="4214">
                <c:v>151.716</c:v>
              </c:pt>
              <c:pt idx="4215">
                <c:v>172.813</c:v>
              </c:pt>
              <c:pt idx="4216">
                <c:v>185.802</c:v>
              </c:pt>
              <c:pt idx="4217">
                <c:v>176.197</c:v>
              </c:pt>
              <c:pt idx="4218">
                <c:v>113.237</c:v>
              </c:pt>
              <c:pt idx="4219">
                <c:v>173.237</c:v>
              </c:pt>
              <c:pt idx="4220">
                <c:v>167.041</c:v>
              </c:pt>
              <c:pt idx="4221">
                <c:v>184.03</c:v>
              </c:pt>
              <c:pt idx="4222">
                <c:v>183.972</c:v>
              </c:pt>
              <c:pt idx="4223">
                <c:v>174.406</c:v>
              </c:pt>
              <c:pt idx="4224">
                <c:v>122.01</c:v>
              </c:pt>
              <c:pt idx="4225">
                <c:v>202.946</c:v>
              </c:pt>
              <c:pt idx="4226">
                <c:v>185.745</c:v>
              </c:pt>
              <c:pt idx="4227">
                <c:v>183.92</c:v>
              </c:pt>
              <c:pt idx="4228">
                <c:v>202.155</c:v>
              </c:pt>
              <c:pt idx="4229">
                <c:v>203.519</c:v>
              </c:pt>
              <c:pt idx="4230">
                <c:v>182.836</c:v>
              </c:pt>
              <c:pt idx="4231">
                <c:v>202.519</c:v>
              </c:pt>
              <c:pt idx="4232">
                <c:v>205.271</c:v>
              </c:pt>
              <c:pt idx="4233">
                <c:v>185.93</c:v>
              </c:pt>
              <c:pt idx="4234">
                <c:v>205.96</c:v>
              </c:pt>
              <c:pt idx="4235">
                <c:v>209.96</c:v>
              </c:pt>
              <c:pt idx="4236">
                <c:v>202.409</c:v>
              </c:pt>
              <c:pt idx="4237">
                <c:v>181.17</c:v>
              </c:pt>
              <c:pt idx="4238">
                <c:v>179.718</c:v>
              </c:pt>
              <c:pt idx="4239">
                <c:v>203.71</c:v>
              </c:pt>
              <c:pt idx="4240">
                <c:v>203.993</c:v>
              </c:pt>
              <c:pt idx="4241">
                <c:v>192.778</c:v>
              </c:pt>
              <c:pt idx="4242">
                <c:v>203.313</c:v>
              </c:pt>
              <c:pt idx="4243">
                <c:v>203.231</c:v>
              </c:pt>
              <c:pt idx="4244">
                <c:v>197.739</c:v>
              </c:pt>
              <c:pt idx="4245">
                <c:v>204.329</c:v>
              </c:pt>
              <c:pt idx="4246">
                <c:v>204.613</c:v>
              </c:pt>
              <c:pt idx="4247">
                <c:v>207.973</c:v>
              </c:pt>
              <c:pt idx="4248">
                <c:v>180.057</c:v>
              </c:pt>
              <c:pt idx="4249">
                <c:v>195.446</c:v>
              </c:pt>
              <c:pt idx="4250">
                <c:v>197.474</c:v>
              </c:pt>
              <c:pt idx="4251">
                <c:v>187.157</c:v>
              </c:pt>
              <c:pt idx="4252">
                <c:v>205.089</c:v>
              </c:pt>
              <c:pt idx="4253">
                <c:v>201.355</c:v>
              </c:pt>
              <c:pt idx="4254">
                <c:v>55.439</c:v>
              </c:pt>
              <c:pt idx="4255">
                <c:v>184.941</c:v>
              </c:pt>
              <c:pt idx="4256">
                <c:v>189.224</c:v>
              </c:pt>
              <c:pt idx="4257">
                <c:v>191.488</c:v>
              </c:pt>
              <c:pt idx="4258">
                <c:v>199.422</c:v>
              </c:pt>
              <c:pt idx="4259">
                <c:v>103.163</c:v>
              </c:pt>
              <c:pt idx="4260">
                <c:v>92.564</c:v>
              </c:pt>
              <c:pt idx="4261">
                <c:v>94.057</c:v>
              </c:pt>
              <c:pt idx="4262">
                <c:v>98.069</c:v>
              </c:pt>
              <c:pt idx="4263">
                <c:v>101.284</c:v>
              </c:pt>
              <c:pt idx="4264">
                <c:v>93.951</c:v>
              </c:pt>
              <c:pt idx="4265">
                <c:v>83.401</c:v>
              </c:pt>
              <c:pt idx="4266">
                <c:v>87.842</c:v>
              </c:pt>
              <c:pt idx="4267">
                <c:v>108.221</c:v>
              </c:pt>
              <c:pt idx="4268">
                <c:v>84.456</c:v>
              </c:pt>
              <c:pt idx="4269">
                <c:v>105.183</c:v>
              </c:pt>
              <c:pt idx="4270">
                <c:v>91.215</c:v>
              </c:pt>
              <c:pt idx="4271">
                <c:v>104.953</c:v>
              </c:pt>
              <c:pt idx="4272">
                <c:v>101.241</c:v>
              </c:pt>
              <c:pt idx="4273">
                <c:v>101.955</c:v>
              </c:pt>
              <c:pt idx="4274">
                <c:v>107.782</c:v>
              </c:pt>
              <c:pt idx="4275">
                <c:v>88.742</c:v>
              </c:pt>
              <c:pt idx="4276">
                <c:v>104.656</c:v>
              </c:pt>
              <c:pt idx="4277">
                <c:v>93.407</c:v>
              </c:pt>
              <c:pt idx="4278">
                <c:v>83.721</c:v>
              </c:pt>
              <c:pt idx="4279">
                <c:v>106.72</c:v>
              </c:pt>
              <c:pt idx="4280">
                <c:v>107.912</c:v>
              </c:pt>
              <c:pt idx="4281">
                <c:v>99.75</c:v>
              </c:pt>
              <c:pt idx="4282">
                <c:v>85.926</c:v>
              </c:pt>
              <c:pt idx="4283">
                <c:v>98.708</c:v>
              </c:pt>
              <c:pt idx="4284">
                <c:v>96.206</c:v>
              </c:pt>
              <c:pt idx="4285">
                <c:v>97.63</c:v>
              </c:pt>
              <c:pt idx="4286">
                <c:v>93.89</c:v>
              </c:pt>
              <c:pt idx="4287">
                <c:v>94.239</c:v>
              </c:pt>
              <c:pt idx="4288">
                <c:v>103.922</c:v>
              </c:pt>
              <c:pt idx="4289">
                <c:v>92.018</c:v>
              </c:pt>
              <c:pt idx="4290">
                <c:v>98.141</c:v>
              </c:pt>
              <c:pt idx="4291">
                <c:v>211.452</c:v>
              </c:pt>
              <c:pt idx="4292">
                <c:v>218.79</c:v>
              </c:pt>
              <c:pt idx="4293">
                <c:v>216.648</c:v>
              </c:pt>
              <c:pt idx="4294">
                <c:v>233.243</c:v>
              </c:pt>
              <c:pt idx="4295">
                <c:v>212.014</c:v>
              </c:pt>
              <c:pt idx="4296">
                <c:v>209.188</c:v>
              </c:pt>
              <c:pt idx="4297">
                <c:v>64.475</c:v>
              </c:pt>
              <c:pt idx="4298">
                <c:v>234.583</c:v>
              </c:pt>
              <c:pt idx="4299">
                <c:v>221.961</c:v>
              </c:pt>
              <c:pt idx="4300">
                <c:v>224.043</c:v>
              </c:pt>
              <c:pt idx="4301">
                <c:v>240.43</c:v>
              </c:pt>
              <c:pt idx="4302">
                <c:v>243.167</c:v>
              </c:pt>
              <c:pt idx="4303">
                <c:v>239.894</c:v>
              </c:pt>
              <c:pt idx="4304">
                <c:v>51.247</c:v>
              </c:pt>
              <c:pt idx="4305">
                <c:v>236.307</c:v>
              </c:pt>
              <c:pt idx="4306">
                <c:v>237.393</c:v>
              </c:pt>
              <c:pt idx="4307">
                <c:v>218.584</c:v>
              </c:pt>
              <c:pt idx="4308">
                <c:v>210.558</c:v>
              </c:pt>
              <c:pt idx="4309">
                <c:v>221.485</c:v>
              </c:pt>
              <c:pt idx="4310">
                <c:v>228.903</c:v>
              </c:pt>
              <c:pt idx="4311">
                <c:v>213.727</c:v>
              </c:pt>
              <c:pt idx="4312">
                <c:v>238.477</c:v>
              </c:pt>
              <c:pt idx="4313">
                <c:v>211.255</c:v>
              </c:pt>
              <c:pt idx="4314">
                <c:v>215.101</c:v>
              </c:pt>
              <c:pt idx="4315">
                <c:v>223.118</c:v>
              </c:pt>
              <c:pt idx="4316">
                <c:v>232.157</c:v>
              </c:pt>
              <c:pt idx="4317">
                <c:v>226.286</c:v>
              </c:pt>
              <c:pt idx="4318">
                <c:v>211.331</c:v>
              </c:pt>
              <c:pt idx="4319">
                <c:v>210.07</c:v>
              </c:pt>
              <c:pt idx="4320">
                <c:v>225.572</c:v>
              </c:pt>
              <c:pt idx="4321">
                <c:v>237.93</c:v>
              </c:pt>
              <c:pt idx="4322">
                <c:v>222.611</c:v>
              </c:pt>
              <c:pt idx="4323">
                <c:v>221.682</c:v>
              </c:pt>
              <c:pt idx="4324">
                <c:v>225.354</c:v>
              </c:pt>
              <c:pt idx="4325">
                <c:v>220.179</c:v>
              </c:pt>
              <c:pt idx="4326">
                <c:v>237.036</c:v>
              </c:pt>
              <c:pt idx="4327">
                <c:v>230.941</c:v>
              </c:pt>
              <c:pt idx="4328">
                <c:v>230.202</c:v>
              </c:pt>
              <c:pt idx="4329">
                <c:v>237.198</c:v>
              </c:pt>
              <c:pt idx="4330">
                <c:v>232.554</c:v>
              </c:pt>
              <c:pt idx="4331">
                <c:v>239.716</c:v>
              </c:pt>
              <c:pt idx="4332">
                <c:v>226.963</c:v>
              </c:pt>
              <c:pt idx="4333">
                <c:v>167.915</c:v>
              </c:pt>
              <c:pt idx="4334">
                <c:v>149.522</c:v>
              </c:pt>
              <c:pt idx="4335">
                <c:v>127.3</c:v>
              </c:pt>
              <c:pt idx="4336">
                <c:v>103.255</c:v>
              </c:pt>
              <c:pt idx="4337">
                <c:v>158.554</c:v>
              </c:pt>
              <c:pt idx="4338">
                <c:v>147.673</c:v>
              </c:pt>
              <c:pt idx="4339">
                <c:v>94.216</c:v>
              </c:pt>
              <c:pt idx="4340">
                <c:v>90.738</c:v>
              </c:pt>
              <c:pt idx="4341">
                <c:v>114.415</c:v>
              </c:pt>
              <c:pt idx="4342">
                <c:v>129.101</c:v>
              </c:pt>
              <c:pt idx="4343">
                <c:v>153.209</c:v>
              </c:pt>
              <c:pt idx="4344">
                <c:v>134.733</c:v>
              </c:pt>
              <c:pt idx="4345">
                <c:v>148.113</c:v>
              </c:pt>
              <c:pt idx="4346">
                <c:v>97.348</c:v>
              </c:pt>
              <c:pt idx="4347">
                <c:v>152.979</c:v>
              </c:pt>
              <c:pt idx="4348">
                <c:v>133.795</c:v>
              </c:pt>
              <c:pt idx="4349">
                <c:v>122.272</c:v>
              </c:pt>
              <c:pt idx="4350">
                <c:v>145.631</c:v>
              </c:pt>
              <c:pt idx="4351">
                <c:v>95.004</c:v>
              </c:pt>
              <c:pt idx="4352">
                <c:v>210.701</c:v>
              </c:pt>
              <c:pt idx="4353">
                <c:v>153.132</c:v>
              </c:pt>
              <c:pt idx="4354">
                <c:v>147.785</c:v>
              </c:pt>
              <c:pt idx="4355">
                <c:v>154.359</c:v>
              </c:pt>
              <c:pt idx="4356">
                <c:v>98.68</c:v>
              </c:pt>
              <c:pt idx="4357">
                <c:v>131.7</c:v>
              </c:pt>
              <c:pt idx="4358">
                <c:v>113.519</c:v>
              </c:pt>
              <c:pt idx="4359">
                <c:v>155.291</c:v>
              </c:pt>
              <c:pt idx="4360">
                <c:v>157.928</c:v>
              </c:pt>
              <c:pt idx="4361">
                <c:v>125.034</c:v>
              </c:pt>
              <c:pt idx="4362">
                <c:v>129.834</c:v>
              </c:pt>
              <c:pt idx="4363">
                <c:v>154.258</c:v>
              </c:pt>
              <c:pt idx="4364">
                <c:v>105.536</c:v>
              </c:pt>
              <c:pt idx="4365">
                <c:v>110.874</c:v>
              </c:pt>
              <c:pt idx="4366">
                <c:v>110.411</c:v>
              </c:pt>
              <c:pt idx="4367">
                <c:v>136.631</c:v>
              </c:pt>
              <c:pt idx="4368">
                <c:v>139.785</c:v>
              </c:pt>
              <c:pt idx="4369">
                <c:v>103.208</c:v>
              </c:pt>
              <c:pt idx="4370">
                <c:v>109.075</c:v>
              </c:pt>
              <c:pt idx="4371">
                <c:v>153.935</c:v>
              </c:pt>
              <c:pt idx="4372">
                <c:v>122.204</c:v>
              </c:pt>
              <c:pt idx="4373">
                <c:v>142.005</c:v>
              </c:pt>
              <c:pt idx="4374">
                <c:v>104.913</c:v>
              </c:pt>
              <c:pt idx="4375">
                <c:v>100.906</c:v>
              </c:pt>
              <c:pt idx="4376">
                <c:v>138.179</c:v>
              </c:pt>
              <c:pt idx="4377">
                <c:v>137.574</c:v>
              </c:pt>
              <c:pt idx="4378">
                <c:v>150.387</c:v>
              </c:pt>
              <c:pt idx="4379">
                <c:v>158.955</c:v>
              </c:pt>
              <c:pt idx="4380">
                <c:v>144.883</c:v>
              </c:pt>
              <c:pt idx="4381">
                <c:v>152.947</c:v>
              </c:pt>
              <c:pt idx="4382">
                <c:v>98.807</c:v>
              </c:pt>
              <c:pt idx="4383">
                <c:v>138.3</c:v>
              </c:pt>
              <c:pt idx="4384">
                <c:v>134.264</c:v>
              </c:pt>
              <c:pt idx="4385">
                <c:v>149.246</c:v>
              </c:pt>
              <c:pt idx="4386">
                <c:v>115.9</c:v>
              </c:pt>
              <c:pt idx="4387">
                <c:v>150.214</c:v>
              </c:pt>
              <c:pt idx="4388">
                <c:v>122.711</c:v>
              </c:pt>
              <c:pt idx="4389">
                <c:v>154.892</c:v>
              </c:pt>
              <c:pt idx="4390">
                <c:v>152.925</c:v>
              </c:pt>
              <c:pt idx="4391">
                <c:v>156.877</c:v>
              </c:pt>
              <c:pt idx="4392">
                <c:v>91.281</c:v>
              </c:pt>
              <c:pt idx="4393">
                <c:v>107.262</c:v>
              </c:pt>
              <c:pt idx="4394">
                <c:v>98.461</c:v>
              </c:pt>
              <c:pt idx="4395">
                <c:v>137.022</c:v>
              </c:pt>
              <c:pt idx="4396">
                <c:v>116.093</c:v>
              </c:pt>
              <c:pt idx="4397">
                <c:v>157.348</c:v>
              </c:pt>
              <c:pt idx="4398">
                <c:v>153.247</c:v>
              </c:pt>
              <c:pt idx="4399">
                <c:v>150.931</c:v>
              </c:pt>
              <c:pt idx="4400">
                <c:v>151.444</c:v>
              </c:pt>
              <c:pt idx="4401">
                <c:v>105.626</c:v>
              </c:pt>
              <c:pt idx="4402">
                <c:v>95.789</c:v>
              </c:pt>
              <c:pt idx="4403">
                <c:v>130.843</c:v>
              </c:pt>
              <c:pt idx="4404">
                <c:v>137.354</c:v>
              </c:pt>
              <c:pt idx="4405">
                <c:v>96.814</c:v>
              </c:pt>
              <c:pt idx="4406">
                <c:v>135.214</c:v>
              </c:pt>
              <c:pt idx="4407">
                <c:v>137.514</c:v>
              </c:pt>
              <c:pt idx="4408">
                <c:v>129.439</c:v>
              </c:pt>
              <c:pt idx="4409">
                <c:v>113.622</c:v>
              </c:pt>
              <c:pt idx="4410">
                <c:v>149.216</c:v>
              </c:pt>
              <c:pt idx="4411">
                <c:v>107.089</c:v>
              </c:pt>
              <c:pt idx="4412">
                <c:v>125.608</c:v>
              </c:pt>
              <c:pt idx="4413">
                <c:v>141.041</c:v>
              </c:pt>
              <c:pt idx="4414">
                <c:v>114.684</c:v>
              </c:pt>
              <c:pt idx="4415">
                <c:v>130.295</c:v>
              </c:pt>
              <c:pt idx="4416">
                <c:v>153.39</c:v>
              </c:pt>
              <c:pt idx="4417">
                <c:v>109.168</c:v>
              </c:pt>
              <c:pt idx="4418">
                <c:v>113.067</c:v>
              </c:pt>
              <c:pt idx="4419">
                <c:v>121.451</c:v>
              </c:pt>
              <c:pt idx="4420">
                <c:v>137.937</c:v>
              </c:pt>
              <c:pt idx="4421">
                <c:v>136.439</c:v>
              </c:pt>
              <c:pt idx="4422">
                <c:v>138.555</c:v>
              </c:pt>
              <c:pt idx="4423">
                <c:v>134.97</c:v>
              </c:pt>
              <c:pt idx="4424">
                <c:v>139.888</c:v>
              </c:pt>
              <c:pt idx="4425">
                <c:v>135.113</c:v>
              </c:pt>
              <c:pt idx="4426">
                <c:v>115.702</c:v>
              </c:pt>
              <c:pt idx="4427">
                <c:v>116.368</c:v>
              </c:pt>
              <c:pt idx="4428">
                <c:v>130.322</c:v>
              </c:pt>
              <c:pt idx="4429">
                <c:v>140.065</c:v>
              </c:pt>
              <c:pt idx="4430">
                <c:v>147.373</c:v>
              </c:pt>
              <c:pt idx="4431">
                <c:v>117.823</c:v>
              </c:pt>
              <c:pt idx="4432">
                <c:v>119.64</c:v>
              </c:pt>
              <c:pt idx="4433">
                <c:v>101.321</c:v>
              </c:pt>
              <c:pt idx="4434">
                <c:v>132.438</c:v>
              </c:pt>
              <c:pt idx="4435">
                <c:v>118.515</c:v>
              </c:pt>
              <c:pt idx="4436">
                <c:v>119.9</c:v>
              </c:pt>
              <c:pt idx="4437">
                <c:v>155.77</c:v>
              </c:pt>
              <c:pt idx="4438">
                <c:v>143.243</c:v>
              </c:pt>
              <c:pt idx="4439">
                <c:v>112.061</c:v>
              </c:pt>
              <c:pt idx="4440">
                <c:v>136.807</c:v>
              </c:pt>
              <c:pt idx="4441">
                <c:v>144.709</c:v>
              </c:pt>
              <c:pt idx="4442">
                <c:v>155.509</c:v>
              </c:pt>
              <c:pt idx="4443">
                <c:v>99.866</c:v>
              </c:pt>
              <c:pt idx="4444">
                <c:v>109.856</c:v>
              </c:pt>
              <c:pt idx="4445">
                <c:v>107.732</c:v>
              </c:pt>
              <c:pt idx="4446">
                <c:v>125.363</c:v>
              </c:pt>
              <c:pt idx="4447">
                <c:v>97.272</c:v>
              </c:pt>
              <c:pt idx="4448">
                <c:v>128.736</c:v>
              </c:pt>
              <c:pt idx="4449">
                <c:v>83.128</c:v>
              </c:pt>
              <c:pt idx="4450">
                <c:v>125.682</c:v>
              </c:pt>
              <c:pt idx="4451">
                <c:v>120.766</c:v>
              </c:pt>
              <c:pt idx="4452">
                <c:v>152.003</c:v>
              </c:pt>
              <c:pt idx="4453">
                <c:v>118.932</c:v>
              </c:pt>
              <c:pt idx="4454">
                <c:v>116.623</c:v>
              </c:pt>
              <c:pt idx="4455">
                <c:v>124.396</c:v>
              </c:pt>
              <c:pt idx="4456">
                <c:v>96.269</c:v>
              </c:pt>
              <c:pt idx="4457">
                <c:v>208.511</c:v>
              </c:pt>
              <c:pt idx="4458">
                <c:v>133.028</c:v>
              </c:pt>
              <c:pt idx="4459">
                <c:v>110.856</c:v>
              </c:pt>
              <c:pt idx="4460">
                <c:v>139.17</c:v>
              </c:pt>
              <c:pt idx="4461">
                <c:v>143.939</c:v>
              </c:pt>
              <c:pt idx="4462">
                <c:v>119.572</c:v>
              </c:pt>
              <c:pt idx="4463">
                <c:v>125.748</c:v>
              </c:pt>
              <c:pt idx="4464">
                <c:v>142.586</c:v>
              </c:pt>
              <c:pt idx="4465">
                <c:v>139.645</c:v>
              </c:pt>
              <c:pt idx="4466">
                <c:v>104.111</c:v>
              </c:pt>
              <c:pt idx="4467">
                <c:v>125.298</c:v>
              </c:pt>
              <c:pt idx="4468">
                <c:v>137.577</c:v>
              </c:pt>
              <c:pt idx="4469">
                <c:v>49.947</c:v>
              </c:pt>
              <c:pt idx="4470">
                <c:v>65.628</c:v>
              </c:pt>
              <c:pt idx="4471">
                <c:v>57.431</c:v>
              </c:pt>
              <c:pt idx="4472">
                <c:v>56.785</c:v>
              </c:pt>
              <c:pt idx="4473">
                <c:v>54.682</c:v>
              </c:pt>
              <c:pt idx="4474">
                <c:v>44.787</c:v>
              </c:pt>
              <c:pt idx="4475">
                <c:v>63.271</c:v>
              </c:pt>
              <c:pt idx="4476">
                <c:v>44.043</c:v>
              </c:pt>
              <c:pt idx="4477">
                <c:v>50.437</c:v>
              </c:pt>
              <c:pt idx="4478">
                <c:v>62.214</c:v>
              </c:pt>
              <c:pt idx="4479">
                <c:v>65.651</c:v>
              </c:pt>
              <c:pt idx="4480">
                <c:v>67.037</c:v>
              </c:pt>
              <c:pt idx="4481">
                <c:v>65.946</c:v>
              </c:pt>
              <c:pt idx="4482">
                <c:v>66.619</c:v>
              </c:pt>
              <c:pt idx="4483">
                <c:v>46.625</c:v>
              </c:pt>
              <c:pt idx="4484">
                <c:v>44.76</c:v>
              </c:pt>
              <c:pt idx="4485">
                <c:v>53.146</c:v>
              </c:pt>
              <c:pt idx="4486">
                <c:v>43.966</c:v>
              </c:pt>
              <c:pt idx="4487">
                <c:v>57.426</c:v>
              </c:pt>
              <c:pt idx="4488">
                <c:v>44.499</c:v>
              </c:pt>
              <c:pt idx="4489">
                <c:v>58.04</c:v>
              </c:pt>
              <c:pt idx="4490">
                <c:v>44.326</c:v>
              </c:pt>
              <c:pt idx="4491">
                <c:v>44.727</c:v>
              </c:pt>
              <c:pt idx="4492">
                <c:v>57.167</c:v>
              </c:pt>
              <c:pt idx="4493">
                <c:v>59.107</c:v>
              </c:pt>
              <c:pt idx="4494">
                <c:v>50.942</c:v>
              </c:pt>
              <c:pt idx="4495">
                <c:v>44.425</c:v>
              </c:pt>
              <c:pt idx="4496">
                <c:v>56.702</c:v>
              </c:pt>
              <c:pt idx="4497">
                <c:v>61.133</c:v>
              </c:pt>
              <c:pt idx="4498">
                <c:v>57.27</c:v>
              </c:pt>
              <c:pt idx="4499">
                <c:v>67.153</c:v>
              </c:pt>
              <c:pt idx="4500">
                <c:v>66.596</c:v>
              </c:pt>
              <c:pt idx="4501">
                <c:v>63.358</c:v>
              </c:pt>
              <c:pt idx="4502">
                <c:v>44.924</c:v>
              </c:pt>
              <c:pt idx="4503">
                <c:v>44.335</c:v>
              </c:pt>
              <c:pt idx="4504">
                <c:v>54.273</c:v>
              </c:pt>
              <c:pt idx="4505">
                <c:v>52.672</c:v>
              </c:pt>
              <c:pt idx="4506">
                <c:v>49.737</c:v>
              </c:pt>
              <c:pt idx="4507">
                <c:v>46.614</c:v>
              </c:pt>
              <c:pt idx="4508">
                <c:v>65.082</c:v>
              </c:pt>
              <c:pt idx="4509">
                <c:v>44.641</c:v>
              </c:pt>
              <c:pt idx="4510">
                <c:v>55.8</c:v>
              </c:pt>
              <c:pt idx="4511">
                <c:v>52.192</c:v>
              </c:pt>
              <c:pt idx="4512">
                <c:v>53.519</c:v>
              </c:pt>
              <c:pt idx="4513">
                <c:v>48.205</c:v>
              </c:pt>
              <c:pt idx="4514">
                <c:v>195.33</c:v>
              </c:pt>
              <c:pt idx="4515">
                <c:v>211.417</c:v>
              </c:pt>
              <c:pt idx="4516">
                <c:v>202.437</c:v>
              </c:pt>
              <c:pt idx="4517">
                <c:v>198.637</c:v>
              </c:pt>
              <c:pt idx="4518">
                <c:v>202.87</c:v>
              </c:pt>
              <c:pt idx="4519">
                <c:v>212.311</c:v>
              </c:pt>
              <c:pt idx="4520">
                <c:v>186.551</c:v>
              </c:pt>
              <c:pt idx="4521">
                <c:v>185.609</c:v>
              </c:pt>
              <c:pt idx="4522">
                <c:v>186.008</c:v>
              </c:pt>
              <c:pt idx="4523">
                <c:v>180.861</c:v>
              </c:pt>
              <c:pt idx="4524">
                <c:v>182.047</c:v>
              </c:pt>
              <c:pt idx="4525">
                <c:v>207.886</c:v>
              </c:pt>
              <c:pt idx="4526">
                <c:v>198.641</c:v>
              </c:pt>
              <c:pt idx="4527">
                <c:v>180.862</c:v>
              </c:pt>
              <c:pt idx="4528">
                <c:v>210.818</c:v>
              </c:pt>
              <c:pt idx="4529">
                <c:v>181.391</c:v>
              </c:pt>
              <c:pt idx="4530">
                <c:v>196.191</c:v>
              </c:pt>
              <c:pt idx="4531">
                <c:v>202.463</c:v>
              </c:pt>
              <c:pt idx="4532">
                <c:v>205.018</c:v>
              </c:pt>
              <c:pt idx="4533">
                <c:v>181.686</c:v>
              </c:pt>
              <c:pt idx="4534">
                <c:v>201.318</c:v>
              </c:pt>
              <c:pt idx="4535">
                <c:v>199.006</c:v>
              </c:pt>
              <c:pt idx="4536">
                <c:v>181.58</c:v>
              </c:pt>
              <c:pt idx="4537">
                <c:v>186.9</c:v>
              </c:pt>
              <c:pt idx="4538">
                <c:v>208.505</c:v>
              </c:pt>
              <c:pt idx="4539">
                <c:v>184.136</c:v>
              </c:pt>
              <c:pt idx="4540">
                <c:v>207.662</c:v>
              </c:pt>
              <c:pt idx="4541">
                <c:v>198.173</c:v>
              </c:pt>
              <c:pt idx="4542">
                <c:v>192.21</c:v>
              </c:pt>
              <c:pt idx="4543">
                <c:v>180.877</c:v>
              </c:pt>
              <c:pt idx="4544">
                <c:v>196.928</c:v>
              </c:pt>
              <c:pt idx="4545">
                <c:v>203.547</c:v>
              </c:pt>
              <c:pt idx="4546">
                <c:v>212.101</c:v>
              </c:pt>
              <c:pt idx="4547">
                <c:v>184.671</c:v>
              </c:pt>
              <c:pt idx="4548">
                <c:v>209.071</c:v>
              </c:pt>
              <c:pt idx="4549">
                <c:v>196.406</c:v>
              </c:pt>
              <c:pt idx="4550">
                <c:v>181.385</c:v>
              </c:pt>
              <c:pt idx="4551">
                <c:v>200.43</c:v>
              </c:pt>
              <c:pt idx="4552">
                <c:v>206.318</c:v>
              </c:pt>
              <c:pt idx="4553">
                <c:v>208.561</c:v>
              </c:pt>
              <c:pt idx="4554">
                <c:v>206.333</c:v>
              </c:pt>
              <c:pt idx="4555">
                <c:v>193.231</c:v>
              </c:pt>
              <c:pt idx="4556">
                <c:v>188.797</c:v>
              </c:pt>
              <c:pt idx="4557">
                <c:v>200.878</c:v>
              </c:pt>
              <c:pt idx="4558">
                <c:v>204.425</c:v>
              </c:pt>
              <c:pt idx="4559">
                <c:v>196.628</c:v>
              </c:pt>
              <c:pt idx="4560">
                <c:v>197.915</c:v>
              </c:pt>
              <c:pt idx="4561">
                <c:v>203.31</c:v>
              </c:pt>
              <c:pt idx="4562">
                <c:v>210.825</c:v>
              </c:pt>
              <c:pt idx="4563">
                <c:v>206.067</c:v>
              </c:pt>
              <c:pt idx="4564">
                <c:v>213.154</c:v>
              </c:pt>
              <c:pt idx="4565">
                <c:v>209.715</c:v>
              </c:pt>
              <c:pt idx="4566">
                <c:v>208.748</c:v>
              </c:pt>
              <c:pt idx="4567">
                <c:v>210.029</c:v>
              </c:pt>
              <c:pt idx="4568">
                <c:v>216.664</c:v>
              </c:pt>
              <c:pt idx="4569">
                <c:v>205.83</c:v>
              </c:pt>
              <c:pt idx="4570">
                <c:v>105.704</c:v>
              </c:pt>
              <c:pt idx="4571">
                <c:v>212.376</c:v>
              </c:pt>
              <c:pt idx="4572">
                <c:v>204.969</c:v>
              </c:pt>
              <c:pt idx="4573">
                <c:v>211.825</c:v>
              </c:pt>
              <c:pt idx="4574">
                <c:v>209.234</c:v>
              </c:pt>
              <c:pt idx="4575">
                <c:v>204.054</c:v>
              </c:pt>
              <c:pt idx="4576">
                <c:v>212.713</c:v>
              </c:pt>
              <c:pt idx="4577">
                <c:v>209.088</c:v>
              </c:pt>
              <c:pt idx="4578">
                <c:v>235.774</c:v>
              </c:pt>
              <c:pt idx="4579">
                <c:v>210.052</c:v>
              </c:pt>
              <c:pt idx="4580">
                <c:v>216.423</c:v>
              </c:pt>
              <c:pt idx="4581">
                <c:v>208.395</c:v>
              </c:pt>
              <c:pt idx="4582">
                <c:v>208.001</c:v>
              </c:pt>
              <c:pt idx="4583">
                <c:v>207.414</c:v>
              </c:pt>
              <c:pt idx="4584">
                <c:v>220.623</c:v>
              </c:pt>
              <c:pt idx="4585">
                <c:v>217.633</c:v>
              </c:pt>
              <c:pt idx="4586">
                <c:v>207.372</c:v>
              </c:pt>
              <c:pt idx="4587">
                <c:v>209.036</c:v>
              </c:pt>
              <c:pt idx="4588">
                <c:v>207.031</c:v>
              </c:pt>
              <c:pt idx="4589">
                <c:v>209.847</c:v>
              </c:pt>
              <c:pt idx="4590">
                <c:v>212.101</c:v>
              </c:pt>
              <c:pt idx="4591">
                <c:v>211.553</c:v>
              </c:pt>
              <c:pt idx="4592">
                <c:v>209.091</c:v>
              </c:pt>
              <c:pt idx="4593">
                <c:v>216.49</c:v>
              </c:pt>
              <c:pt idx="4594">
                <c:v>219.635</c:v>
              </c:pt>
              <c:pt idx="4595">
                <c:v>37.798</c:v>
              </c:pt>
              <c:pt idx="4596">
                <c:v>209.734</c:v>
              </c:pt>
              <c:pt idx="4597">
                <c:v>212.491</c:v>
              </c:pt>
              <c:pt idx="4598">
                <c:v>212.238</c:v>
              </c:pt>
              <c:pt idx="4599">
                <c:v>212.081</c:v>
              </c:pt>
              <c:pt idx="4600">
                <c:v>216.337</c:v>
              </c:pt>
              <c:pt idx="4601">
                <c:v>75.051</c:v>
              </c:pt>
              <c:pt idx="4602">
                <c:v>219.181</c:v>
              </c:pt>
              <c:pt idx="4603">
                <c:v>211.106</c:v>
              </c:pt>
              <c:pt idx="4604">
                <c:v>222.88</c:v>
              </c:pt>
              <c:pt idx="4605">
                <c:v>210.331</c:v>
              </c:pt>
              <c:pt idx="4606">
                <c:v>211.172</c:v>
              </c:pt>
              <c:pt idx="4607">
                <c:v>214.828</c:v>
              </c:pt>
              <c:pt idx="4608">
                <c:v>212.078</c:v>
              </c:pt>
              <c:pt idx="4609">
                <c:v>212.551</c:v>
              </c:pt>
              <c:pt idx="4610">
                <c:v>213.65</c:v>
              </c:pt>
              <c:pt idx="4611">
                <c:v>225.653</c:v>
              </c:pt>
              <c:pt idx="4612">
                <c:v>228.976</c:v>
              </c:pt>
              <c:pt idx="4613">
                <c:v>217.118</c:v>
              </c:pt>
              <c:pt idx="4614">
                <c:v>218.613</c:v>
              </c:pt>
              <c:pt idx="4615">
                <c:v>214.208</c:v>
              </c:pt>
              <c:pt idx="4616">
                <c:v>221.648</c:v>
              </c:pt>
              <c:pt idx="4617">
                <c:v>216.321</c:v>
              </c:pt>
              <c:pt idx="4618">
                <c:v>225.824</c:v>
              </c:pt>
              <c:pt idx="4619">
                <c:v>82.782</c:v>
              </c:pt>
              <c:pt idx="4620">
                <c:v>89.269</c:v>
              </c:pt>
              <c:pt idx="4621">
                <c:v>96.106</c:v>
              </c:pt>
              <c:pt idx="4622">
                <c:v>92.503</c:v>
              </c:pt>
              <c:pt idx="4623">
                <c:v>167.631</c:v>
              </c:pt>
              <c:pt idx="4624">
                <c:v>74.493</c:v>
              </c:pt>
              <c:pt idx="4625">
                <c:v>94.671</c:v>
              </c:pt>
              <c:pt idx="4626">
                <c:v>75.328</c:v>
              </c:pt>
              <c:pt idx="4627">
                <c:v>87.902</c:v>
              </c:pt>
              <c:pt idx="4628">
                <c:v>98.03</c:v>
              </c:pt>
              <c:pt idx="4629">
                <c:v>84.948</c:v>
              </c:pt>
              <c:pt idx="4630">
                <c:v>88.53</c:v>
              </c:pt>
              <c:pt idx="4631">
                <c:v>90.35</c:v>
              </c:pt>
              <c:pt idx="4632">
                <c:v>69.057</c:v>
              </c:pt>
              <c:pt idx="4633">
                <c:v>77.3</c:v>
              </c:pt>
              <c:pt idx="4634">
                <c:v>97.182</c:v>
              </c:pt>
              <c:pt idx="4635">
                <c:v>89.621</c:v>
              </c:pt>
              <c:pt idx="4636">
                <c:v>70.525</c:v>
              </c:pt>
              <c:pt idx="4637">
                <c:v>100.599</c:v>
              </c:pt>
              <c:pt idx="4638">
                <c:v>76.074</c:v>
              </c:pt>
              <c:pt idx="4639">
                <c:v>89.751</c:v>
              </c:pt>
              <c:pt idx="4640">
                <c:v>89.13</c:v>
              </c:pt>
              <c:pt idx="4641">
                <c:v>88.389</c:v>
              </c:pt>
              <c:pt idx="4642">
                <c:v>90.8</c:v>
              </c:pt>
              <c:pt idx="4643">
                <c:v>73.982</c:v>
              </c:pt>
              <c:pt idx="4644">
                <c:v>88.17</c:v>
              </c:pt>
              <c:pt idx="4645">
                <c:v>71.655</c:v>
              </c:pt>
              <c:pt idx="4646">
                <c:v>85.022</c:v>
              </c:pt>
              <c:pt idx="4647">
                <c:v>81.429</c:v>
              </c:pt>
              <c:pt idx="4648">
                <c:v>85.678</c:v>
              </c:pt>
              <c:pt idx="4649">
                <c:v>93.858</c:v>
              </c:pt>
              <c:pt idx="4650">
                <c:v>78.232</c:v>
              </c:pt>
              <c:pt idx="4651">
                <c:v>85.207</c:v>
              </c:pt>
              <c:pt idx="4652">
                <c:v>87.966</c:v>
              </c:pt>
              <c:pt idx="4653">
                <c:v>82.057</c:v>
              </c:pt>
              <c:pt idx="4654">
                <c:v>239.254</c:v>
              </c:pt>
              <c:pt idx="4655">
                <c:v>228.803</c:v>
              </c:pt>
              <c:pt idx="4656">
                <c:v>229.699</c:v>
              </c:pt>
              <c:pt idx="4657">
                <c:v>230.039</c:v>
              </c:pt>
              <c:pt idx="4658">
                <c:v>231.674</c:v>
              </c:pt>
              <c:pt idx="4659">
                <c:v>227.617</c:v>
              </c:pt>
              <c:pt idx="4660">
                <c:v>232.773</c:v>
              </c:pt>
              <c:pt idx="4661">
                <c:v>232.879</c:v>
              </c:pt>
              <c:pt idx="4662">
                <c:v>238.294</c:v>
              </c:pt>
              <c:pt idx="4663">
                <c:v>239.706</c:v>
              </c:pt>
              <c:pt idx="4664">
                <c:v>237.685</c:v>
              </c:pt>
              <c:pt idx="4665">
                <c:v>229.878</c:v>
              </c:pt>
              <c:pt idx="4666">
                <c:v>230.951</c:v>
              </c:pt>
              <c:pt idx="4667">
                <c:v>230.369</c:v>
              </c:pt>
              <c:pt idx="4668">
                <c:v>160.117</c:v>
              </c:pt>
              <c:pt idx="4669">
                <c:v>181.533</c:v>
              </c:pt>
              <c:pt idx="4670">
                <c:v>173.683</c:v>
              </c:pt>
              <c:pt idx="4671">
                <c:v>167.296</c:v>
              </c:pt>
              <c:pt idx="4672">
                <c:v>170.061</c:v>
              </c:pt>
              <c:pt idx="4673">
                <c:v>168.566</c:v>
              </c:pt>
              <c:pt idx="4674">
                <c:v>172.761</c:v>
              </c:pt>
              <c:pt idx="4675">
                <c:v>158.908</c:v>
              </c:pt>
              <c:pt idx="4676">
                <c:v>158.191</c:v>
              </c:pt>
              <c:pt idx="4677">
                <c:v>179.283</c:v>
              </c:pt>
              <c:pt idx="4678">
                <c:v>166.557</c:v>
              </c:pt>
              <c:pt idx="4679">
                <c:v>177.341</c:v>
              </c:pt>
              <c:pt idx="4680">
                <c:v>165.333</c:v>
              </c:pt>
              <c:pt idx="4681">
                <c:v>173.611</c:v>
              </c:pt>
              <c:pt idx="4682">
                <c:v>176.222</c:v>
              </c:pt>
              <c:pt idx="4683">
                <c:v>175.192</c:v>
              </c:pt>
              <c:pt idx="4684">
                <c:v>166.277</c:v>
              </c:pt>
              <c:pt idx="4685">
                <c:v>175.93</c:v>
              </c:pt>
              <c:pt idx="4686">
                <c:v>170.999</c:v>
              </c:pt>
              <c:pt idx="4687">
                <c:v>254.756</c:v>
              </c:pt>
              <c:pt idx="4688">
                <c:v>177.55</c:v>
              </c:pt>
              <c:pt idx="4689">
                <c:v>162.798</c:v>
              </c:pt>
              <c:pt idx="4690">
                <c:v>179.738</c:v>
              </c:pt>
              <c:pt idx="4691">
                <c:v>179.47</c:v>
              </c:pt>
              <c:pt idx="4692">
                <c:v>181.004</c:v>
              </c:pt>
              <c:pt idx="4693">
                <c:v>180.154</c:v>
              </c:pt>
              <c:pt idx="4694">
                <c:v>178.536</c:v>
              </c:pt>
              <c:pt idx="4695">
                <c:v>128.296</c:v>
              </c:pt>
              <c:pt idx="4696">
                <c:v>160.382</c:v>
              </c:pt>
              <c:pt idx="4697">
                <c:v>171.005</c:v>
              </c:pt>
              <c:pt idx="4698">
                <c:v>161.034</c:v>
              </c:pt>
              <c:pt idx="4699">
                <c:v>171.903</c:v>
              </c:pt>
              <c:pt idx="4700">
                <c:v>180.385</c:v>
              </c:pt>
              <c:pt idx="4701">
                <c:v>164.799</c:v>
              </c:pt>
              <c:pt idx="4702">
                <c:v>172.021</c:v>
              </c:pt>
              <c:pt idx="4703">
                <c:v>173.106</c:v>
              </c:pt>
              <c:pt idx="4704">
                <c:v>179.942</c:v>
              </c:pt>
              <c:pt idx="4705">
                <c:v>159.976</c:v>
              </c:pt>
              <c:pt idx="4706">
                <c:v>163.128</c:v>
              </c:pt>
              <c:pt idx="4707">
                <c:v>173.133</c:v>
              </c:pt>
              <c:pt idx="4708">
                <c:v>167.273</c:v>
              </c:pt>
              <c:pt idx="4709">
                <c:v>172.774</c:v>
              </c:pt>
              <c:pt idx="4710">
                <c:v>166.232</c:v>
              </c:pt>
              <c:pt idx="4711">
                <c:v>164.821</c:v>
              </c:pt>
              <c:pt idx="4712">
                <c:v>182.062</c:v>
              </c:pt>
              <c:pt idx="4713">
                <c:v>176.74</c:v>
              </c:pt>
              <c:pt idx="4714">
                <c:v>178.555</c:v>
              </c:pt>
              <c:pt idx="4715">
                <c:v>182.072</c:v>
              </c:pt>
              <c:pt idx="4716">
                <c:v>164.296</c:v>
              </c:pt>
              <c:pt idx="4717">
                <c:v>163.767</c:v>
              </c:pt>
              <c:pt idx="4718">
                <c:v>158.287</c:v>
              </c:pt>
              <c:pt idx="4719">
                <c:v>182.246</c:v>
              </c:pt>
              <c:pt idx="4720">
                <c:v>164.185</c:v>
              </c:pt>
              <c:pt idx="4721">
                <c:v>173.566</c:v>
              </c:pt>
              <c:pt idx="4722">
                <c:v>171.889</c:v>
              </c:pt>
              <c:pt idx="4723">
                <c:v>164.822</c:v>
              </c:pt>
              <c:pt idx="4724">
                <c:v>178.375</c:v>
              </c:pt>
              <c:pt idx="4725">
                <c:v>163.325</c:v>
              </c:pt>
              <c:pt idx="4726">
                <c:v>159.016</c:v>
              </c:pt>
              <c:pt idx="4727">
                <c:v>166.471</c:v>
              </c:pt>
              <c:pt idx="4728">
                <c:v>167.237</c:v>
              </c:pt>
              <c:pt idx="4729">
                <c:v>166.435</c:v>
              </c:pt>
              <c:pt idx="4730">
                <c:v>158.205</c:v>
              </c:pt>
              <c:pt idx="4731">
                <c:v>163.85</c:v>
              </c:pt>
              <c:pt idx="4732">
                <c:v>170.923</c:v>
              </c:pt>
              <c:pt idx="4733">
                <c:v>158.033</c:v>
              </c:pt>
              <c:pt idx="4734">
                <c:v>161.034</c:v>
              </c:pt>
              <c:pt idx="4735">
                <c:v>167.965</c:v>
              </c:pt>
              <c:pt idx="4736">
                <c:v>172.641</c:v>
              </c:pt>
              <c:pt idx="4737">
                <c:v>176.567</c:v>
              </c:pt>
              <c:pt idx="4738">
                <c:v>174.185</c:v>
              </c:pt>
              <c:pt idx="4739">
                <c:v>180.168</c:v>
              </c:pt>
              <c:pt idx="4740">
                <c:v>252.066</c:v>
              </c:pt>
              <c:pt idx="4741">
                <c:v>253.509</c:v>
              </c:pt>
              <c:pt idx="4742">
                <c:v>254.613</c:v>
              </c:pt>
              <c:pt idx="4743">
                <c:v>245.08</c:v>
              </c:pt>
              <c:pt idx="4744">
                <c:v>241.58</c:v>
              </c:pt>
              <c:pt idx="4745">
                <c:v>248.709</c:v>
              </c:pt>
              <c:pt idx="4746">
                <c:v>244.546</c:v>
              </c:pt>
              <c:pt idx="4747">
                <c:v>252.139</c:v>
              </c:pt>
              <c:pt idx="4748">
                <c:v>231.952</c:v>
              </c:pt>
              <c:pt idx="4749">
                <c:v>254.255</c:v>
              </c:pt>
              <c:pt idx="4750">
                <c:v>232.257</c:v>
              </c:pt>
              <c:pt idx="4751">
                <c:v>234.904</c:v>
              </c:pt>
              <c:pt idx="4752">
                <c:v>257.81</c:v>
              </c:pt>
              <c:pt idx="4753">
                <c:v>243.496</c:v>
              </c:pt>
              <c:pt idx="4754">
                <c:v>247.092</c:v>
              </c:pt>
              <c:pt idx="4755">
                <c:v>245.246</c:v>
              </c:pt>
              <c:pt idx="4756">
                <c:v>254.191</c:v>
              </c:pt>
              <c:pt idx="4757">
                <c:v>253.379</c:v>
              </c:pt>
              <c:pt idx="4758">
                <c:v>254.294</c:v>
              </c:pt>
              <c:pt idx="4759">
                <c:v>256.287</c:v>
              </c:pt>
              <c:pt idx="4760">
                <c:v>236.39</c:v>
              </c:pt>
              <c:pt idx="4761">
                <c:v>252.453</c:v>
              </c:pt>
              <c:pt idx="4762">
                <c:v>255.952</c:v>
              </c:pt>
              <c:pt idx="4763">
                <c:v>255.961</c:v>
              </c:pt>
              <c:pt idx="4764">
                <c:v>256.106</c:v>
              </c:pt>
              <c:pt idx="4765">
                <c:v>230.852</c:v>
              </c:pt>
              <c:pt idx="4766">
                <c:v>239.502</c:v>
              </c:pt>
              <c:pt idx="4767">
                <c:v>242.801</c:v>
              </c:pt>
              <c:pt idx="4768">
                <c:v>233.099</c:v>
              </c:pt>
              <c:pt idx="4769">
                <c:v>256.316</c:v>
              </c:pt>
              <c:pt idx="4770">
                <c:v>257.856</c:v>
              </c:pt>
              <c:pt idx="4771">
                <c:v>254.659</c:v>
              </c:pt>
              <c:pt idx="4772">
                <c:v>252.398</c:v>
              </c:pt>
              <c:pt idx="4773">
                <c:v>245.477</c:v>
              </c:pt>
              <c:pt idx="4774">
                <c:v>241.247</c:v>
              </c:pt>
              <c:pt idx="4775">
                <c:v>237.897</c:v>
              </c:pt>
              <c:pt idx="4776">
                <c:v>236.986</c:v>
              </c:pt>
              <c:pt idx="4777">
                <c:v>241.113</c:v>
              </c:pt>
              <c:pt idx="4778">
                <c:v>243.301</c:v>
              </c:pt>
              <c:pt idx="4779">
                <c:v>230.664</c:v>
              </c:pt>
              <c:pt idx="4780">
                <c:v>232.658</c:v>
              </c:pt>
              <c:pt idx="4781">
                <c:v>242.936</c:v>
              </c:pt>
              <c:pt idx="4782">
                <c:v>240.423</c:v>
              </c:pt>
              <c:pt idx="4783">
                <c:v>259.159</c:v>
              </c:pt>
              <c:pt idx="4784">
                <c:v>245.403</c:v>
              </c:pt>
              <c:pt idx="4785">
                <c:v>262.871</c:v>
              </c:pt>
              <c:pt idx="4786">
                <c:v>249.557</c:v>
              </c:pt>
              <c:pt idx="4787">
                <c:v>261.554</c:v>
              </c:pt>
              <c:pt idx="4788">
                <c:v>239.785</c:v>
              </c:pt>
              <c:pt idx="4789">
                <c:v>244.476</c:v>
              </c:pt>
              <c:pt idx="4790">
                <c:v>256.111</c:v>
              </c:pt>
              <c:pt idx="4791">
                <c:v>255.518</c:v>
              </c:pt>
              <c:pt idx="4792">
                <c:v>261.926</c:v>
              </c:pt>
              <c:pt idx="4793">
                <c:v>251.687</c:v>
              </c:pt>
              <c:pt idx="4794">
                <c:v>255.55</c:v>
              </c:pt>
              <c:pt idx="4795">
                <c:v>241.061</c:v>
              </c:pt>
              <c:pt idx="4796">
                <c:v>239.005</c:v>
              </c:pt>
              <c:pt idx="4797">
                <c:v>248.239</c:v>
              </c:pt>
              <c:pt idx="4798">
                <c:v>257.766</c:v>
              </c:pt>
              <c:pt idx="4799">
                <c:v>243.305</c:v>
              </c:pt>
              <c:pt idx="4800">
                <c:v>241.277</c:v>
              </c:pt>
              <c:pt idx="4801">
                <c:v>251.278</c:v>
              </c:pt>
              <c:pt idx="4802">
                <c:v>145.79</c:v>
              </c:pt>
              <c:pt idx="4803">
                <c:v>145.925</c:v>
              </c:pt>
              <c:pt idx="4804">
                <c:v>157.193</c:v>
              </c:pt>
              <c:pt idx="4805">
                <c:v>150.144</c:v>
              </c:pt>
              <c:pt idx="4806">
                <c:v>157.302</c:v>
              </c:pt>
              <c:pt idx="4807">
                <c:v>161.981</c:v>
              </c:pt>
              <c:pt idx="4808">
                <c:v>162.397</c:v>
              </c:pt>
              <c:pt idx="4809">
                <c:v>161.296</c:v>
              </c:pt>
              <c:pt idx="4810">
                <c:v>154.365</c:v>
              </c:pt>
              <c:pt idx="4811">
                <c:v>151.711</c:v>
              </c:pt>
              <c:pt idx="4812">
                <c:v>167.965</c:v>
              </c:pt>
              <c:pt idx="4813">
                <c:v>165.325</c:v>
              </c:pt>
              <c:pt idx="4814">
                <c:v>153.439</c:v>
              </c:pt>
              <c:pt idx="4815">
                <c:v>154.92</c:v>
              </c:pt>
              <c:pt idx="4816">
                <c:v>159.511</c:v>
              </c:pt>
              <c:pt idx="4817">
                <c:v>159.044</c:v>
              </c:pt>
              <c:pt idx="4818">
                <c:v>154.031</c:v>
              </c:pt>
              <c:pt idx="4819">
                <c:v>159.136</c:v>
              </c:pt>
              <c:pt idx="4820">
                <c:v>198.378</c:v>
              </c:pt>
              <c:pt idx="4821">
                <c:v>197.689</c:v>
              </c:pt>
              <c:pt idx="4822">
                <c:v>197.279</c:v>
              </c:pt>
              <c:pt idx="4823">
                <c:v>210.699</c:v>
              </c:pt>
              <c:pt idx="4824">
                <c:v>201.998</c:v>
              </c:pt>
              <c:pt idx="4825">
                <c:v>198.833</c:v>
              </c:pt>
              <c:pt idx="4826">
                <c:v>206.37</c:v>
              </c:pt>
              <c:pt idx="4827">
                <c:v>196.692</c:v>
              </c:pt>
              <c:pt idx="4828">
                <c:v>199.364</c:v>
              </c:pt>
              <c:pt idx="4829">
                <c:v>203.46</c:v>
              </c:pt>
              <c:pt idx="4830">
                <c:v>198.072</c:v>
              </c:pt>
              <c:pt idx="4831">
                <c:v>193.051</c:v>
              </c:pt>
              <c:pt idx="4832">
                <c:v>198.908</c:v>
              </c:pt>
              <c:pt idx="4833">
                <c:v>192.136</c:v>
              </c:pt>
              <c:pt idx="4834">
                <c:v>198.826</c:v>
              </c:pt>
              <c:pt idx="4835">
                <c:v>196.389</c:v>
              </c:pt>
              <c:pt idx="4836">
                <c:v>193.185</c:v>
              </c:pt>
              <c:pt idx="4837">
                <c:v>200.064</c:v>
              </c:pt>
              <c:pt idx="4838">
                <c:v>197.776</c:v>
              </c:pt>
              <c:pt idx="4839">
                <c:v>197.927</c:v>
              </c:pt>
              <c:pt idx="4840">
                <c:v>210.57</c:v>
              </c:pt>
              <c:pt idx="4841">
                <c:v>178</c:v>
              </c:pt>
              <c:pt idx="4842">
                <c:v>169.598</c:v>
              </c:pt>
              <c:pt idx="4843">
                <c:v>187.653</c:v>
              </c:pt>
              <c:pt idx="4844">
                <c:v>186.172</c:v>
              </c:pt>
              <c:pt idx="4845">
                <c:v>191.508</c:v>
              </c:pt>
              <c:pt idx="4846">
                <c:v>185.999</c:v>
              </c:pt>
              <c:pt idx="4847">
                <c:v>170.433</c:v>
              </c:pt>
              <c:pt idx="4848">
                <c:v>167.846</c:v>
              </c:pt>
              <c:pt idx="4849">
                <c:v>169.526</c:v>
              </c:pt>
              <c:pt idx="4850">
                <c:v>189.938</c:v>
              </c:pt>
              <c:pt idx="4851">
                <c:v>174.45</c:v>
              </c:pt>
              <c:pt idx="4852">
                <c:v>185.166</c:v>
              </c:pt>
              <c:pt idx="4853">
                <c:v>188.852</c:v>
              </c:pt>
              <c:pt idx="4854">
                <c:v>190.172</c:v>
              </c:pt>
              <c:pt idx="4855">
                <c:v>172.787</c:v>
              </c:pt>
              <c:pt idx="4856">
                <c:v>191.862</c:v>
              </c:pt>
              <c:pt idx="4857">
                <c:v>177.368</c:v>
              </c:pt>
              <c:pt idx="4858">
                <c:v>175.947</c:v>
              </c:pt>
              <c:pt idx="4859">
                <c:v>188.041</c:v>
              </c:pt>
              <c:pt idx="4860">
                <c:v>190.523</c:v>
              </c:pt>
              <c:pt idx="4861">
                <c:v>178.144</c:v>
              </c:pt>
              <c:pt idx="4862">
                <c:v>187.026</c:v>
              </c:pt>
              <c:pt idx="4863">
                <c:v>176.649</c:v>
              </c:pt>
              <c:pt idx="4864">
                <c:v>171.709</c:v>
              </c:pt>
              <c:pt idx="4865">
                <c:v>260.378</c:v>
              </c:pt>
              <c:pt idx="4866">
                <c:v>252.755</c:v>
              </c:pt>
              <c:pt idx="4867">
                <c:v>260.908</c:v>
              </c:pt>
              <c:pt idx="4868">
                <c:v>248.557</c:v>
              </c:pt>
              <c:pt idx="4869">
                <c:v>257.456</c:v>
              </c:pt>
              <c:pt idx="4870">
                <c:v>252.019</c:v>
              </c:pt>
              <c:pt idx="4871">
                <c:v>253.877</c:v>
              </c:pt>
              <c:pt idx="4872">
                <c:v>263.852</c:v>
              </c:pt>
              <c:pt idx="4873">
                <c:v>257.917</c:v>
              </c:pt>
              <c:pt idx="4874">
                <c:v>258.011</c:v>
              </c:pt>
              <c:pt idx="4875">
                <c:v>263.882</c:v>
              </c:pt>
              <c:pt idx="4876">
                <c:v>258.807</c:v>
              </c:pt>
              <c:pt idx="4877">
                <c:v>253.707</c:v>
              </c:pt>
              <c:pt idx="4878">
                <c:v>254.51</c:v>
              </c:pt>
              <c:pt idx="4879">
                <c:v>264.229</c:v>
              </c:pt>
              <c:pt idx="4880">
                <c:v>260.08</c:v>
              </c:pt>
              <c:pt idx="4881">
                <c:v>254.974</c:v>
              </c:pt>
              <c:pt idx="4882">
                <c:v>249.797</c:v>
              </c:pt>
              <c:pt idx="4883">
                <c:v>249.777</c:v>
              </c:pt>
              <c:pt idx="4884">
                <c:v>124.47</c:v>
              </c:pt>
              <c:pt idx="4885">
                <c:v>123.064</c:v>
              </c:pt>
              <c:pt idx="4886">
                <c:v>82.244</c:v>
              </c:pt>
              <c:pt idx="4887">
                <c:v>67.025</c:v>
              </c:pt>
              <c:pt idx="4888">
                <c:v>66.852</c:v>
              </c:pt>
              <c:pt idx="4889">
                <c:v>70.145</c:v>
              </c:pt>
              <c:pt idx="4890">
                <c:v>67.203</c:v>
              </c:pt>
              <c:pt idx="4891">
                <c:v>89.794</c:v>
              </c:pt>
              <c:pt idx="4892">
                <c:v>80.408</c:v>
              </c:pt>
              <c:pt idx="4893">
                <c:v>86.588</c:v>
              </c:pt>
              <c:pt idx="4894">
                <c:v>83.465</c:v>
              </c:pt>
              <c:pt idx="4895">
                <c:v>67.066</c:v>
              </c:pt>
              <c:pt idx="4896">
                <c:v>67.301</c:v>
              </c:pt>
              <c:pt idx="4897">
                <c:v>79.576</c:v>
              </c:pt>
              <c:pt idx="4898">
                <c:v>79.768</c:v>
              </c:pt>
              <c:pt idx="4899">
                <c:v>74.324</c:v>
              </c:pt>
              <c:pt idx="4900">
                <c:v>70.647</c:v>
              </c:pt>
              <c:pt idx="4901">
                <c:v>46.61</c:v>
              </c:pt>
              <c:pt idx="4902">
                <c:v>90.36</c:v>
              </c:pt>
              <c:pt idx="4903">
                <c:v>72.334</c:v>
              </c:pt>
              <c:pt idx="4904">
                <c:v>82.372</c:v>
              </c:pt>
              <c:pt idx="4905">
                <c:v>66.97</c:v>
              </c:pt>
              <c:pt idx="4906">
                <c:v>71.928</c:v>
              </c:pt>
              <c:pt idx="4907">
                <c:v>82.501</c:v>
              </c:pt>
              <c:pt idx="4908">
                <c:v>66.183</c:v>
              </c:pt>
              <c:pt idx="4909">
                <c:v>79.814</c:v>
              </c:pt>
              <c:pt idx="4910">
                <c:v>67.305</c:v>
              </c:pt>
              <c:pt idx="4911">
                <c:v>82.556</c:v>
              </c:pt>
              <c:pt idx="4912">
                <c:v>66.441</c:v>
              </c:pt>
              <c:pt idx="4913">
                <c:v>84.511</c:v>
              </c:pt>
              <c:pt idx="4914">
                <c:v>84.517</c:v>
              </c:pt>
              <c:pt idx="4915">
                <c:v>73.406</c:v>
              </c:pt>
              <c:pt idx="4916">
                <c:v>67.158</c:v>
              </c:pt>
              <c:pt idx="4917">
                <c:v>71.248</c:v>
              </c:pt>
              <c:pt idx="4918">
                <c:v>77.049</c:v>
              </c:pt>
              <c:pt idx="4919">
                <c:v>79.024</c:v>
              </c:pt>
              <c:pt idx="4920">
                <c:v>72.295</c:v>
              </c:pt>
              <c:pt idx="4921">
                <c:v>91.084</c:v>
              </c:pt>
              <c:pt idx="4922">
                <c:v>66.325</c:v>
              </c:pt>
              <c:pt idx="4923">
                <c:v>85.317</c:v>
              </c:pt>
              <c:pt idx="4924">
                <c:v>68.079</c:v>
              </c:pt>
              <c:pt idx="4925">
                <c:v>70.847</c:v>
              </c:pt>
              <c:pt idx="4926">
                <c:v>80.151</c:v>
              </c:pt>
              <c:pt idx="4927">
                <c:v>74.141</c:v>
              </c:pt>
              <c:pt idx="4928">
                <c:v>91.394</c:v>
              </c:pt>
              <c:pt idx="4929">
                <c:v>72.666</c:v>
              </c:pt>
              <c:pt idx="4930">
                <c:v>85.666</c:v>
              </c:pt>
              <c:pt idx="4931">
                <c:v>76.097</c:v>
              </c:pt>
              <c:pt idx="4932">
                <c:v>130.789</c:v>
              </c:pt>
              <c:pt idx="4933">
                <c:v>109.696</c:v>
              </c:pt>
              <c:pt idx="4934">
                <c:v>159.129</c:v>
              </c:pt>
              <c:pt idx="4935">
                <c:v>178.305</c:v>
              </c:pt>
              <c:pt idx="4936">
                <c:v>167.928</c:v>
              </c:pt>
              <c:pt idx="4937">
                <c:v>163.155</c:v>
              </c:pt>
              <c:pt idx="4938">
                <c:v>174.172</c:v>
              </c:pt>
              <c:pt idx="4939">
                <c:v>165.673</c:v>
              </c:pt>
              <c:pt idx="4940">
                <c:v>176.135</c:v>
              </c:pt>
              <c:pt idx="4941">
                <c:v>165.165</c:v>
              </c:pt>
              <c:pt idx="4942">
                <c:v>181.321</c:v>
              </c:pt>
              <c:pt idx="4943">
                <c:v>164.661</c:v>
              </c:pt>
              <c:pt idx="4944">
                <c:v>164.79</c:v>
              </c:pt>
              <c:pt idx="4945">
                <c:v>176.347</c:v>
              </c:pt>
              <c:pt idx="4946">
                <c:v>181.407</c:v>
              </c:pt>
              <c:pt idx="4947">
                <c:v>164.633</c:v>
              </c:pt>
              <c:pt idx="4948">
                <c:v>164.626</c:v>
              </c:pt>
              <c:pt idx="4949">
                <c:v>168.848</c:v>
              </c:pt>
              <c:pt idx="4950">
                <c:v>168.099</c:v>
              </c:pt>
              <c:pt idx="4951">
                <c:v>178.601</c:v>
              </c:pt>
              <c:pt idx="4952">
                <c:v>176.514</c:v>
              </c:pt>
              <c:pt idx="4953">
                <c:v>169.77</c:v>
              </c:pt>
              <c:pt idx="4954">
                <c:v>83.047</c:v>
              </c:pt>
              <c:pt idx="4955">
                <c:v>182.236</c:v>
              </c:pt>
              <c:pt idx="4956">
                <c:v>46.704</c:v>
              </c:pt>
              <c:pt idx="4957">
                <c:v>41.133</c:v>
              </c:pt>
              <c:pt idx="4958">
                <c:v>82.003</c:v>
              </c:pt>
              <c:pt idx="4959">
                <c:v>152.009</c:v>
              </c:pt>
              <c:pt idx="4960">
                <c:v>163.249</c:v>
              </c:pt>
              <c:pt idx="4961">
                <c:v>164.211</c:v>
              </c:pt>
              <c:pt idx="4962">
                <c:v>145.481</c:v>
              </c:pt>
              <c:pt idx="4963">
                <c:v>163.275</c:v>
              </c:pt>
              <c:pt idx="4964">
                <c:v>164.965</c:v>
              </c:pt>
              <c:pt idx="4965">
                <c:v>145.739</c:v>
              </c:pt>
              <c:pt idx="4966">
                <c:v>160.418</c:v>
              </c:pt>
              <c:pt idx="4967">
                <c:v>148.023</c:v>
              </c:pt>
              <c:pt idx="4968">
                <c:v>145.675</c:v>
              </c:pt>
              <c:pt idx="4969">
                <c:v>153.26</c:v>
              </c:pt>
              <c:pt idx="4970">
                <c:v>150.715</c:v>
              </c:pt>
              <c:pt idx="4971">
                <c:v>147.088</c:v>
              </c:pt>
              <c:pt idx="4972">
                <c:v>147.345</c:v>
              </c:pt>
              <c:pt idx="4973">
                <c:v>153.004</c:v>
              </c:pt>
              <c:pt idx="4974">
                <c:v>152.636</c:v>
              </c:pt>
              <c:pt idx="4975">
                <c:v>151.166</c:v>
              </c:pt>
              <c:pt idx="4976">
                <c:v>156.756</c:v>
              </c:pt>
              <c:pt idx="4977">
                <c:v>134.629</c:v>
              </c:pt>
              <c:pt idx="4978">
                <c:v>68.511</c:v>
              </c:pt>
              <c:pt idx="4979">
                <c:v>119.279</c:v>
              </c:pt>
              <c:pt idx="4980">
                <c:v>72.185</c:v>
              </c:pt>
              <c:pt idx="4981">
                <c:v>132.312</c:v>
              </c:pt>
              <c:pt idx="4982">
                <c:v>129.273</c:v>
              </c:pt>
              <c:pt idx="4983">
                <c:v>145.185</c:v>
              </c:pt>
              <c:pt idx="4984">
                <c:v>115.468</c:v>
              </c:pt>
              <c:pt idx="4985">
                <c:v>129.716</c:v>
              </c:pt>
              <c:pt idx="4986">
                <c:v>131.369</c:v>
              </c:pt>
              <c:pt idx="4987">
                <c:v>112.791</c:v>
              </c:pt>
              <c:pt idx="4988">
                <c:v>145.449</c:v>
              </c:pt>
              <c:pt idx="4989">
                <c:v>123.692</c:v>
              </c:pt>
              <c:pt idx="4990">
                <c:v>130.751</c:v>
              </c:pt>
              <c:pt idx="4991">
                <c:v>124.39</c:v>
              </c:pt>
              <c:pt idx="4992">
                <c:v>133.761</c:v>
              </c:pt>
              <c:pt idx="4993">
                <c:v>145.395</c:v>
              </c:pt>
              <c:pt idx="4994">
                <c:v>130.668</c:v>
              </c:pt>
              <c:pt idx="4995">
                <c:v>145.76</c:v>
              </c:pt>
              <c:pt idx="4996">
                <c:v>46.383</c:v>
              </c:pt>
              <c:pt idx="4997">
                <c:v>147.587</c:v>
              </c:pt>
              <c:pt idx="4998">
                <c:v>113.787</c:v>
              </c:pt>
              <c:pt idx="4999">
                <c:v>146.57</c:v>
              </c:pt>
              <c:pt idx="5000">
                <c:v>114.009</c:v>
              </c:pt>
              <c:pt idx="5001">
                <c:v>118.41</c:v>
              </c:pt>
              <c:pt idx="5002">
                <c:v>258.992</c:v>
              </c:pt>
              <c:pt idx="5003">
                <c:v>143.82</c:v>
              </c:pt>
              <c:pt idx="5004">
                <c:v>129.609</c:v>
              </c:pt>
              <c:pt idx="5005">
                <c:v>118.242</c:v>
              </c:pt>
              <c:pt idx="5006">
                <c:v>113.759</c:v>
              </c:pt>
              <c:pt idx="5007">
                <c:v>119.193</c:v>
              </c:pt>
              <c:pt idx="5008">
                <c:v>127.335</c:v>
              </c:pt>
              <c:pt idx="5009">
                <c:v>128.52</c:v>
              </c:pt>
              <c:pt idx="5010">
                <c:v>124.999</c:v>
              </c:pt>
              <c:pt idx="5011">
                <c:v>121.773</c:v>
              </c:pt>
              <c:pt idx="5012">
                <c:v>117.009</c:v>
              </c:pt>
              <c:pt idx="5013">
                <c:v>141.442</c:v>
              </c:pt>
              <c:pt idx="5014">
                <c:v>147.197</c:v>
              </c:pt>
              <c:pt idx="5015">
                <c:v>142.144</c:v>
              </c:pt>
              <c:pt idx="5016">
                <c:v>145.468</c:v>
              </c:pt>
              <c:pt idx="5017">
                <c:v>139.458</c:v>
              </c:pt>
              <c:pt idx="5018">
                <c:v>129.626</c:v>
              </c:pt>
              <c:pt idx="5019">
                <c:v>146.245</c:v>
              </c:pt>
              <c:pt idx="5020">
                <c:v>131.027</c:v>
              </c:pt>
              <c:pt idx="5021">
                <c:v>126.971</c:v>
              </c:pt>
              <c:pt idx="5022">
                <c:v>121.243</c:v>
              </c:pt>
              <c:pt idx="5023">
                <c:v>113.997</c:v>
              </c:pt>
              <c:pt idx="5024">
                <c:v>127.212</c:v>
              </c:pt>
              <c:pt idx="5025">
                <c:v>115.078</c:v>
              </c:pt>
              <c:pt idx="5026">
                <c:v>137.443</c:v>
              </c:pt>
              <c:pt idx="5027">
                <c:v>123.639</c:v>
              </c:pt>
              <c:pt idx="5028">
                <c:v>118.601</c:v>
              </c:pt>
              <c:pt idx="5029">
                <c:v>133.023</c:v>
              </c:pt>
              <c:pt idx="5030">
                <c:v>129.259</c:v>
              </c:pt>
              <c:pt idx="5031">
                <c:v>145.13</c:v>
              </c:pt>
              <c:pt idx="5032">
                <c:v>143.339</c:v>
              </c:pt>
              <c:pt idx="5033">
                <c:v>96.656</c:v>
              </c:pt>
              <c:pt idx="5034">
                <c:v>81.051</c:v>
              </c:pt>
              <c:pt idx="5035">
                <c:v>113.28</c:v>
              </c:pt>
              <c:pt idx="5036">
                <c:v>84.66</c:v>
              </c:pt>
              <c:pt idx="5037">
                <c:v>102.006</c:v>
              </c:pt>
              <c:pt idx="5038">
                <c:v>85.742</c:v>
              </c:pt>
              <c:pt idx="5039">
                <c:v>80.889</c:v>
              </c:pt>
              <c:pt idx="5040">
                <c:v>103.312</c:v>
              </c:pt>
              <c:pt idx="5041">
                <c:v>111.661</c:v>
              </c:pt>
              <c:pt idx="5042">
                <c:v>103.154</c:v>
              </c:pt>
              <c:pt idx="5043">
                <c:v>114.068</c:v>
              </c:pt>
              <c:pt idx="5044">
                <c:v>85.132</c:v>
              </c:pt>
              <c:pt idx="5045">
                <c:v>88.24</c:v>
              </c:pt>
              <c:pt idx="5046">
                <c:v>101.755</c:v>
              </c:pt>
              <c:pt idx="5047">
                <c:v>89.612</c:v>
              </c:pt>
              <c:pt idx="5048">
                <c:v>101.073</c:v>
              </c:pt>
              <c:pt idx="5049">
                <c:v>101.921</c:v>
              </c:pt>
              <c:pt idx="5050">
                <c:v>103.349</c:v>
              </c:pt>
              <c:pt idx="5051">
                <c:v>93.152</c:v>
              </c:pt>
              <c:pt idx="5052">
                <c:v>85.078</c:v>
              </c:pt>
              <c:pt idx="5053">
                <c:v>101.723</c:v>
              </c:pt>
              <c:pt idx="5054">
                <c:v>87.258</c:v>
              </c:pt>
              <c:pt idx="5055">
                <c:v>97.394</c:v>
              </c:pt>
              <c:pt idx="5056">
                <c:v>92.252</c:v>
              </c:pt>
              <c:pt idx="5057">
                <c:v>89.931</c:v>
              </c:pt>
              <c:pt idx="5058">
                <c:v>91.943</c:v>
              </c:pt>
              <c:pt idx="5059">
                <c:v>84.657</c:v>
              </c:pt>
              <c:pt idx="5060">
                <c:v>95.774</c:v>
              </c:pt>
              <c:pt idx="5061">
                <c:v>87.841</c:v>
              </c:pt>
              <c:pt idx="5062">
                <c:v>109.71</c:v>
              </c:pt>
              <c:pt idx="5063">
                <c:v>109.477</c:v>
              </c:pt>
              <c:pt idx="5064">
                <c:v>85.439</c:v>
              </c:pt>
              <c:pt idx="5065">
                <c:v>104.98</c:v>
              </c:pt>
              <c:pt idx="5066">
                <c:v>170.474</c:v>
              </c:pt>
              <c:pt idx="5067">
                <c:v>80.929</c:v>
              </c:pt>
              <c:pt idx="5068">
                <c:v>258.236</c:v>
              </c:pt>
              <c:pt idx="5069">
                <c:v>41.078</c:v>
              </c:pt>
              <c:pt idx="5070">
                <c:v>138.328</c:v>
              </c:pt>
              <c:pt idx="5071">
                <c:v>52.494</c:v>
              </c:pt>
              <c:pt idx="5072">
                <c:v>59.495</c:v>
              </c:pt>
              <c:pt idx="5073">
                <c:v>199.536</c:v>
              </c:pt>
              <c:pt idx="5074">
                <c:v>264.051</c:v>
              </c:pt>
              <c:pt idx="5075">
                <c:v>211.107</c:v>
              </c:pt>
              <c:pt idx="5076">
                <c:v>50.68</c:v>
              </c:pt>
              <c:pt idx="5077">
                <c:v>258.143</c:v>
              </c:pt>
              <c:pt idx="5078">
                <c:v>81.184</c:v>
              </c:pt>
              <c:pt idx="5079">
                <c:v>64.238</c:v>
              </c:pt>
              <c:pt idx="5080">
                <c:v>35.918</c:v>
              </c:pt>
              <c:pt idx="5081">
                <c:v>52.496</c:v>
              </c:pt>
              <c:pt idx="5082">
                <c:v>131.771</c:v>
              </c:pt>
              <c:pt idx="5083">
                <c:v>67.205</c:v>
              </c:pt>
              <c:pt idx="5084">
                <c:v>45.103</c:v>
              </c:pt>
              <c:pt idx="5085">
                <c:v>191.464</c:v>
              </c:pt>
              <c:pt idx="5086">
                <c:v>56.078</c:v>
              </c:pt>
              <c:pt idx="5087">
                <c:v>132.441</c:v>
              </c:pt>
              <c:pt idx="5088">
                <c:v>51.012</c:v>
              </c:pt>
              <c:pt idx="5089">
                <c:v>167.703</c:v>
              </c:pt>
              <c:pt idx="5090">
                <c:v>173.348</c:v>
              </c:pt>
              <c:pt idx="5091">
                <c:v>61.599</c:v>
              </c:pt>
              <c:pt idx="5092">
                <c:v>239.168</c:v>
              </c:pt>
              <c:pt idx="5093">
                <c:v>141.571</c:v>
              </c:pt>
              <c:pt idx="5094">
                <c:v>129.633</c:v>
              </c:pt>
              <c:pt idx="5095">
                <c:v>140.054</c:v>
              </c:pt>
              <c:pt idx="5096">
                <c:v>138.763</c:v>
              </c:pt>
              <c:pt idx="5097">
                <c:v>142.715</c:v>
              </c:pt>
              <c:pt idx="5098">
                <c:v>136.14</c:v>
              </c:pt>
              <c:pt idx="5099">
                <c:v>147.955</c:v>
              </c:pt>
              <c:pt idx="5100">
                <c:v>104.27</c:v>
              </c:pt>
              <c:pt idx="5101">
                <c:v>102.922</c:v>
              </c:pt>
              <c:pt idx="5102">
                <c:v>116.587</c:v>
              </c:pt>
              <c:pt idx="5103">
                <c:v>115.158</c:v>
              </c:pt>
              <c:pt idx="5104">
                <c:v>106.071</c:v>
              </c:pt>
              <c:pt idx="5105">
                <c:v>109.246</c:v>
              </c:pt>
              <c:pt idx="5106">
                <c:v>112.815</c:v>
              </c:pt>
              <c:pt idx="5107">
                <c:v>107.364</c:v>
              </c:pt>
              <c:pt idx="5108">
                <c:v>201.521</c:v>
              </c:pt>
              <c:pt idx="5109">
                <c:v>200.53</c:v>
              </c:pt>
              <c:pt idx="5110">
                <c:v>194.23</c:v>
              </c:pt>
              <c:pt idx="5111">
                <c:v>195.508</c:v>
              </c:pt>
              <c:pt idx="5112">
                <c:v>207.796</c:v>
              </c:pt>
              <c:pt idx="5113">
                <c:v>197.736</c:v>
              </c:pt>
              <c:pt idx="5114">
                <c:v>190.374</c:v>
              </c:pt>
              <c:pt idx="5115">
                <c:v>190.665</c:v>
              </c:pt>
              <c:pt idx="5116">
                <c:v>197.294</c:v>
              </c:pt>
              <c:pt idx="5117">
                <c:v>189.505</c:v>
              </c:pt>
              <c:pt idx="5118">
                <c:v>190.356</c:v>
              </c:pt>
              <c:pt idx="5119">
                <c:v>191.876</c:v>
              </c:pt>
              <c:pt idx="5120">
                <c:v>208.926</c:v>
              </c:pt>
              <c:pt idx="5121">
                <c:v>205.365</c:v>
              </c:pt>
              <c:pt idx="5122">
                <c:v>197.715</c:v>
              </c:pt>
              <c:pt idx="5123">
                <c:v>201.268</c:v>
              </c:pt>
              <c:pt idx="5124">
                <c:v>206.643</c:v>
              </c:pt>
              <c:pt idx="5125">
                <c:v>206.604</c:v>
              </c:pt>
              <c:pt idx="5126">
                <c:v>199.567</c:v>
              </c:pt>
              <c:pt idx="5127">
                <c:v>189.526</c:v>
              </c:pt>
              <c:pt idx="5128">
                <c:v>202.089</c:v>
              </c:pt>
              <c:pt idx="5129">
                <c:v>188.355</c:v>
              </c:pt>
              <c:pt idx="5130">
                <c:v>203.024</c:v>
              </c:pt>
              <c:pt idx="5131">
                <c:v>189.466</c:v>
              </c:pt>
              <c:pt idx="5132">
                <c:v>188.686</c:v>
              </c:pt>
              <c:pt idx="5133">
                <c:v>209.665</c:v>
              </c:pt>
              <c:pt idx="5134">
                <c:v>188.535</c:v>
              </c:pt>
              <c:pt idx="5135">
                <c:v>189.094</c:v>
              </c:pt>
              <c:pt idx="5136">
                <c:v>210.631</c:v>
              </c:pt>
              <c:pt idx="5137">
                <c:v>198.723</c:v>
              </c:pt>
              <c:pt idx="5138">
                <c:v>192.343</c:v>
              </c:pt>
              <c:pt idx="5139">
                <c:v>197.183</c:v>
              </c:pt>
              <c:pt idx="5140">
                <c:v>202.505</c:v>
              </c:pt>
              <c:pt idx="5141">
                <c:v>191.415</c:v>
              </c:pt>
              <c:pt idx="5142">
                <c:v>198.49</c:v>
              </c:pt>
              <c:pt idx="5143">
                <c:v>190.04</c:v>
              </c:pt>
              <c:pt idx="5144">
                <c:v>192.566</c:v>
              </c:pt>
              <c:pt idx="5145">
                <c:v>39.087</c:v>
              </c:pt>
              <c:pt idx="5146">
                <c:v>39.18</c:v>
              </c:pt>
              <c:pt idx="5147">
                <c:v>36.321</c:v>
              </c:pt>
              <c:pt idx="5148">
                <c:v>35.359</c:v>
              </c:pt>
              <c:pt idx="5149">
                <c:v>35.244</c:v>
              </c:pt>
              <c:pt idx="5150">
                <c:v>37.78</c:v>
              </c:pt>
              <c:pt idx="5151">
                <c:v>37.208</c:v>
              </c:pt>
              <c:pt idx="5152">
                <c:v>37.881</c:v>
              </c:pt>
              <c:pt idx="5153">
                <c:v>38.988</c:v>
              </c:pt>
              <c:pt idx="5154">
                <c:v>38.268</c:v>
              </c:pt>
              <c:pt idx="5155">
                <c:v>40.483</c:v>
              </c:pt>
              <c:pt idx="5156">
                <c:v>52.418</c:v>
              </c:pt>
              <c:pt idx="5157">
                <c:v>56.562</c:v>
              </c:pt>
              <c:pt idx="5158">
                <c:v>51.992</c:v>
              </c:pt>
              <c:pt idx="5159">
                <c:v>46.171</c:v>
              </c:pt>
              <c:pt idx="5160">
                <c:v>49.256</c:v>
              </c:pt>
              <c:pt idx="5161">
                <c:v>48.1</c:v>
              </c:pt>
              <c:pt idx="5162">
                <c:v>57.787</c:v>
              </c:pt>
              <c:pt idx="5163">
                <c:v>46.281</c:v>
              </c:pt>
              <c:pt idx="5164">
                <c:v>56.234</c:v>
              </c:pt>
              <c:pt idx="5165">
                <c:v>57.692</c:v>
              </c:pt>
              <c:pt idx="5166">
                <c:v>52.455</c:v>
              </c:pt>
              <c:pt idx="5167">
                <c:v>58.88</c:v>
              </c:pt>
              <c:pt idx="5168">
                <c:v>51.06</c:v>
              </c:pt>
              <c:pt idx="5169">
                <c:v>44.972</c:v>
              </c:pt>
              <c:pt idx="5170">
                <c:v>143.196</c:v>
              </c:pt>
              <c:pt idx="5171">
                <c:v>263.528</c:v>
              </c:pt>
              <c:pt idx="5172">
                <c:v>264.266</c:v>
              </c:pt>
              <c:pt idx="5173">
                <c:v>263.156</c:v>
              </c:pt>
              <c:pt idx="5174">
                <c:v>263.501</c:v>
              </c:pt>
              <c:pt idx="5175">
                <c:v>263.06</c:v>
              </c:pt>
              <c:pt idx="5176">
                <c:v>262.232</c:v>
              </c:pt>
              <c:pt idx="5177">
                <c:v>259.936</c:v>
              </c:pt>
              <c:pt idx="5178">
                <c:v>263.363</c:v>
              </c:pt>
              <c:pt idx="5179">
                <c:v>262.715</c:v>
              </c:pt>
              <c:pt idx="5180">
                <c:v>262.465</c:v>
              </c:pt>
              <c:pt idx="5181">
                <c:v>259.412</c:v>
              </c:pt>
              <c:pt idx="5182">
                <c:v>259.339</c:v>
              </c:pt>
              <c:pt idx="5183">
                <c:v>263.426</c:v>
              </c:pt>
              <c:pt idx="5184">
                <c:v>264.147</c:v>
              </c:pt>
              <c:pt idx="5185">
                <c:v>157.259</c:v>
              </c:pt>
              <c:pt idx="5186">
                <c:v>43.208</c:v>
              </c:pt>
              <c:pt idx="5187">
                <c:v>258.148</c:v>
              </c:pt>
              <c:pt idx="5188">
                <c:v>263.428</c:v>
              </c:pt>
              <c:pt idx="5189">
                <c:v>260.821</c:v>
              </c:pt>
              <c:pt idx="5190">
                <c:v>259.799</c:v>
              </c:pt>
              <c:pt idx="5191">
                <c:v>264.835</c:v>
              </c:pt>
              <c:pt idx="5192">
                <c:v>257.124</c:v>
              </c:pt>
              <c:pt idx="5193">
                <c:v>260.842</c:v>
              </c:pt>
              <c:pt idx="5194">
                <c:v>257.099</c:v>
              </c:pt>
              <c:pt idx="5195">
                <c:v>261.158</c:v>
              </c:pt>
              <c:pt idx="5196">
                <c:v>257.879</c:v>
              </c:pt>
              <c:pt idx="5197">
                <c:v>60.206</c:v>
              </c:pt>
              <c:pt idx="5198">
                <c:v>260.927</c:v>
              </c:pt>
              <c:pt idx="5199">
                <c:v>64.118</c:v>
              </c:pt>
              <c:pt idx="5200">
                <c:v>143.205</c:v>
              </c:pt>
              <c:pt idx="5201">
                <c:v>167.265</c:v>
              </c:pt>
              <c:pt idx="5202">
                <c:v>147.033</c:v>
              </c:pt>
              <c:pt idx="5203">
                <c:v>156.617</c:v>
              </c:pt>
              <c:pt idx="5204">
                <c:v>151.979</c:v>
              </c:pt>
              <c:pt idx="5205">
                <c:v>147.709</c:v>
              </c:pt>
              <c:pt idx="5206">
                <c:v>155.743</c:v>
              </c:pt>
              <c:pt idx="5207">
                <c:v>177.292</c:v>
              </c:pt>
              <c:pt idx="5208">
                <c:v>147.149</c:v>
              </c:pt>
              <c:pt idx="5209">
                <c:v>154.633</c:v>
              </c:pt>
              <c:pt idx="5210">
                <c:v>169.743</c:v>
              </c:pt>
              <c:pt idx="5211">
                <c:v>166.86</c:v>
              </c:pt>
              <c:pt idx="5212">
                <c:v>150.598</c:v>
              </c:pt>
              <c:pt idx="5213">
                <c:v>166.556</c:v>
              </c:pt>
              <c:pt idx="5214">
                <c:v>168.581</c:v>
              </c:pt>
              <c:pt idx="5215">
                <c:v>144.221</c:v>
              </c:pt>
              <c:pt idx="5216">
                <c:v>156.572</c:v>
              </c:pt>
              <c:pt idx="5217">
                <c:v>169.338</c:v>
              </c:pt>
              <c:pt idx="5218">
                <c:v>163.875</c:v>
              </c:pt>
              <c:pt idx="5219">
                <c:v>145.802</c:v>
              </c:pt>
              <c:pt idx="5220">
                <c:v>176.469</c:v>
              </c:pt>
              <c:pt idx="5221">
                <c:v>160.272</c:v>
              </c:pt>
              <c:pt idx="5222">
                <c:v>172.141</c:v>
              </c:pt>
              <c:pt idx="5223">
                <c:v>174.053</c:v>
              </c:pt>
              <c:pt idx="5224">
                <c:v>170.649</c:v>
              </c:pt>
              <c:pt idx="5225">
                <c:v>149.2</c:v>
              </c:pt>
              <c:pt idx="5226">
                <c:v>171.677</c:v>
              </c:pt>
              <c:pt idx="5227">
                <c:v>156.579</c:v>
              </c:pt>
              <c:pt idx="5228">
                <c:v>165.046</c:v>
              </c:pt>
              <c:pt idx="5229">
                <c:v>145.074</c:v>
              </c:pt>
              <c:pt idx="5230">
                <c:v>163.108</c:v>
              </c:pt>
              <c:pt idx="5231">
                <c:v>169.567</c:v>
              </c:pt>
              <c:pt idx="5232">
                <c:v>147.776</c:v>
              </c:pt>
              <c:pt idx="5233">
                <c:v>159.289</c:v>
              </c:pt>
              <c:pt idx="5234">
                <c:v>137.366</c:v>
              </c:pt>
              <c:pt idx="5235">
                <c:v>137.255</c:v>
              </c:pt>
              <c:pt idx="5236">
                <c:v>136.113</c:v>
              </c:pt>
              <c:pt idx="5237">
                <c:v>132.64</c:v>
              </c:pt>
              <c:pt idx="5238">
                <c:v>177.553</c:v>
              </c:pt>
              <c:pt idx="5239">
                <c:v>147.674</c:v>
              </c:pt>
              <c:pt idx="5240">
                <c:v>174.966</c:v>
              </c:pt>
              <c:pt idx="5241">
                <c:v>134.951</c:v>
              </c:pt>
              <c:pt idx="5242">
                <c:v>163.456</c:v>
              </c:pt>
              <c:pt idx="5243">
                <c:v>168.827</c:v>
              </c:pt>
              <c:pt idx="5244">
                <c:v>148.218</c:v>
              </c:pt>
              <c:pt idx="5245">
                <c:v>168.959</c:v>
              </c:pt>
              <c:pt idx="5246">
                <c:v>178.105</c:v>
              </c:pt>
              <c:pt idx="5247">
                <c:v>144.664</c:v>
              </c:pt>
              <c:pt idx="5248">
                <c:v>144.688</c:v>
              </c:pt>
              <c:pt idx="5249">
                <c:v>168.145</c:v>
              </c:pt>
              <c:pt idx="5250">
                <c:v>136.649</c:v>
              </c:pt>
              <c:pt idx="5251">
                <c:v>177.603</c:v>
              </c:pt>
              <c:pt idx="5252">
                <c:v>152.248</c:v>
              </c:pt>
              <c:pt idx="5253">
                <c:v>137.78</c:v>
              </c:pt>
              <c:pt idx="5254">
                <c:v>156.992</c:v>
              </c:pt>
              <c:pt idx="5255">
                <c:v>139.921</c:v>
              </c:pt>
              <c:pt idx="5256">
                <c:v>178.013</c:v>
              </c:pt>
              <c:pt idx="5257">
                <c:v>142.94</c:v>
              </c:pt>
              <c:pt idx="5258">
                <c:v>151.78</c:v>
              </c:pt>
              <c:pt idx="5259">
                <c:v>160.913</c:v>
              </c:pt>
              <c:pt idx="5260">
                <c:v>152.343</c:v>
              </c:pt>
              <c:pt idx="5261">
                <c:v>155.003</c:v>
              </c:pt>
              <c:pt idx="5262">
                <c:v>145.321</c:v>
              </c:pt>
              <c:pt idx="5263">
                <c:v>142.318</c:v>
              </c:pt>
              <c:pt idx="5264">
                <c:v>156.114</c:v>
              </c:pt>
              <c:pt idx="5265">
                <c:v>158.899</c:v>
              </c:pt>
              <c:pt idx="5266">
                <c:v>168.48</c:v>
              </c:pt>
              <c:pt idx="5267">
                <c:v>165.065</c:v>
              </c:pt>
              <c:pt idx="5268">
                <c:v>157.62</c:v>
              </c:pt>
              <c:pt idx="5269">
                <c:v>157.12</c:v>
              </c:pt>
              <c:pt idx="5270">
                <c:v>146.798</c:v>
              </c:pt>
              <c:pt idx="5271">
                <c:v>175.564</c:v>
              </c:pt>
              <c:pt idx="5272">
                <c:v>148.099</c:v>
              </c:pt>
              <c:pt idx="5273">
                <c:v>171.663</c:v>
              </c:pt>
              <c:pt idx="5274">
                <c:v>172.114</c:v>
              </c:pt>
              <c:pt idx="5275">
                <c:v>134.884</c:v>
              </c:pt>
              <c:pt idx="5276">
                <c:v>171.853</c:v>
              </c:pt>
              <c:pt idx="5277">
                <c:v>162.185</c:v>
              </c:pt>
              <c:pt idx="5278">
                <c:v>147.257</c:v>
              </c:pt>
              <c:pt idx="5279">
                <c:v>140.801</c:v>
              </c:pt>
              <c:pt idx="5280">
                <c:v>137.501</c:v>
              </c:pt>
              <c:pt idx="5281">
                <c:v>166.069</c:v>
              </c:pt>
              <c:pt idx="5282">
                <c:v>150.152</c:v>
              </c:pt>
              <c:pt idx="5283">
                <c:v>167.811</c:v>
              </c:pt>
              <c:pt idx="5284">
                <c:v>162.877</c:v>
              </c:pt>
              <c:pt idx="5285">
                <c:v>157.649</c:v>
              </c:pt>
              <c:pt idx="5286">
                <c:v>141.188</c:v>
              </c:pt>
              <c:pt idx="5287">
                <c:v>142.643</c:v>
              </c:pt>
              <c:pt idx="5288">
                <c:v>164.375</c:v>
              </c:pt>
              <c:pt idx="5289">
                <c:v>165.63</c:v>
              </c:pt>
              <c:pt idx="5290">
                <c:v>158.083</c:v>
              </c:pt>
              <c:pt idx="5291">
                <c:v>156.799</c:v>
              </c:pt>
              <c:pt idx="5292">
                <c:v>155.129</c:v>
              </c:pt>
              <c:pt idx="5293">
                <c:v>179.855</c:v>
              </c:pt>
              <c:pt idx="5294">
                <c:v>173.122</c:v>
              </c:pt>
              <c:pt idx="5295">
                <c:v>141.766</c:v>
              </c:pt>
              <c:pt idx="5296">
                <c:v>165.958</c:v>
              </c:pt>
              <c:pt idx="5297">
                <c:v>158.958</c:v>
              </c:pt>
              <c:pt idx="5298">
                <c:v>172.251</c:v>
              </c:pt>
              <c:pt idx="5299">
                <c:v>174.47</c:v>
              </c:pt>
              <c:pt idx="5300">
                <c:v>163.528</c:v>
              </c:pt>
              <c:pt idx="5301">
                <c:v>150.032</c:v>
              </c:pt>
              <c:pt idx="5302">
                <c:v>165.499</c:v>
              </c:pt>
              <c:pt idx="5303">
                <c:v>149.229</c:v>
              </c:pt>
              <c:pt idx="5304">
                <c:v>146.542</c:v>
              </c:pt>
              <c:pt idx="5305">
                <c:v>173.333</c:v>
              </c:pt>
              <c:pt idx="5306">
                <c:v>160.56</c:v>
              </c:pt>
              <c:pt idx="5307">
                <c:v>168.591</c:v>
              </c:pt>
              <c:pt idx="5308">
                <c:v>138.985</c:v>
              </c:pt>
              <c:pt idx="5309">
                <c:v>161.506</c:v>
              </c:pt>
              <c:pt idx="5310">
                <c:v>156.172</c:v>
              </c:pt>
              <c:pt idx="5311">
                <c:v>167.033</c:v>
              </c:pt>
              <c:pt idx="5312">
                <c:v>139.097</c:v>
              </c:pt>
              <c:pt idx="5313">
                <c:v>137.971</c:v>
              </c:pt>
              <c:pt idx="5314">
                <c:v>169.913</c:v>
              </c:pt>
              <c:pt idx="5315">
                <c:v>161.627</c:v>
              </c:pt>
              <c:pt idx="5316">
                <c:v>163.027</c:v>
              </c:pt>
              <c:pt idx="5317">
                <c:v>156.858</c:v>
              </c:pt>
              <c:pt idx="5318">
                <c:v>169.973</c:v>
              </c:pt>
              <c:pt idx="5319">
                <c:v>179.546</c:v>
              </c:pt>
              <c:pt idx="5320">
                <c:v>145.529</c:v>
              </c:pt>
              <c:pt idx="5321">
                <c:v>174.344</c:v>
              </c:pt>
              <c:pt idx="5322">
                <c:v>175.51</c:v>
              </c:pt>
              <c:pt idx="5323">
                <c:v>147.34</c:v>
              </c:pt>
              <c:pt idx="5324">
                <c:v>144.786</c:v>
              </c:pt>
              <c:pt idx="5325">
                <c:v>156.021</c:v>
              </c:pt>
              <c:pt idx="5326">
                <c:v>144.728</c:v>
              </c:pt>
              <c:pt idx="5327">
                <c:v>163.19</c:v>
              </c:pt>
              <c:pt idx="5328">
                <c:v>172.987</c:v>
              </c:pt>
              <c:pt idx="5329">
                <c:v>151.099</c:v>
              </c:pt>
              <c:pt idx="5330">
                <c:v>132.091</c:v>
              </c:pt>
              <c:pt idx="5331">
                <c:v>178.524</c:v>
              </c:pt>
              <c:pt idx="5332">
                <c:v>156.654</c:v>
              </c:pt>
              <c:pt idx="5333">
                <c:v>161.951</c:v>
              </c:pt>
              <c:pt idx="5334">
                <c:v>68.015</c:v>
              </c:pt>
              <c:pt idx="5335">
                <c:v>67.36</c:v>
              </c:pt>
              <c:pt idx="5336">
                <c:v>68.866</c:v>
              </c:pt>
              <c:pt idx="5337">
                <c:v>70.651</c:v>
              </c:pt>
              <c:pt idx="5338">
                <c:v>61.095</c:v>
              </c:pt>
              <c:pt idx="5339">
                <c:v>72.493</c:v>
              </c:pt>
              <c:pt idx="5340">
                <c:v>65.602</c:v>
              </c:pt>
              <c:pt idx="5341">
                <c:v>81.466</c:v>
              </c:pt>
              <c:pt idx="5342">
                <c:v>59.39</c:v>
              </c:pt>
              <c:pt idx="5343">
                <c:v>74.248</c:v>
              </c:pt>
              <c:pt idx="5344">
                <c:v>81.705</c:v>
              </c:pt>
              <c:pt idx="5345">
                <c:v>74.44</c:v>
              </c:pt>
              <c:pt idx="5346">
                <c:v>77.536</c:v>
              </c:pt>
              <c:pt idx="5347">
                <c:v>62.624</c:v>
              </c:pt>
              <c:pt idx="5348">
                <c:v>62.806</c:v>
              </c:pt>
              <c:pt idx="5349">
                <c:v>61.802</c:v>
              </c:pt>
              <c:pt idx="5350">
                <c:v>79.806</c:v>
              </c:pt>
              <c:pt idx="5351">
                <c:v>62.068</c:v>
              </c:pt>
              <c:pt idx="5352">
                <c:v>66.005</c:v>
              </c:pt>
              <c:pt idx="5353">
                <c:v>71.149</c:v>
              </c:pt>
              <c:pt idx="5354">
                <c:v>58.546</c:v>
              </c:pt>
              <c:pt idx="5355">
                <c:v>65.776</c:v>
              </c:pt>
              <c:pt idx="5356">
                <c:v>71.022</c:v>
              </c:pt>
              <c:pt idx="5357">
                <c:v>72.286</c:v>
              </c:pt>
              <c:pt idx="5358">
                <c:v>69.692</c:v>
              </c:pt>
              <c:pt idx="5359">
                <c:v>59.35</c:v>
              </c:pt>
              <c:pt idx="5360">
                <c:v>68.668</c:v>
              </c:pt>
              <c:pt idx="5361">
                <c:v>61.257</c:v>
              </c:pt>
              <c:pt idx="5362">
                <c:v>72.712</c:v>
              </c:pt>
              <c:pt idx="5363">
                <c:v>56.645</c:v>
              </c:pt>
              <c:pt idx="5364">
                <c:v>45.386</c:v>
              </c:pt>
              <c:pt idx="5365">
                <c:v>55.527</c:v>
              </c:pt>
              <c:pt idx="5366">
                <c:v>53.439</c:v>
              </c:pt>
              <c:pt idx="5367">
                <c:v>44.652</c:v>
              </c:pt>
              <c:pt idx="5368">
                <c:v>52.102</c:v>
              </c:pt>
              <c:pt idx="5369">
                <c:v>50.795</c:v>
              </c:pt>
              <c:pt idx="5370">
                <c:v>53.165</c:v>
              </c:pt>
              <c:pt idx="5371">
                <c:v>48.759</c:v>
              </c:pt>
              <c:pt idx="5372">
                <c:v>43.59</c:v>
              </c:pt>
              <c:pt idx="5373">
                <c:v>52.979</c:v>
              </c:pt>
              <c:pt idx="5374">
                <c:v>62.204</c:v>
              </c:pt>
              <c:pt idx="5375">
                <c:v>52.946</c:v>
              </c:pt>
              <c:pt idx="5376">
                <c:v>42.046</c:v>
              </c:pt>
              <c:pt idx="5377">
                <c:v>47.121</c:v>
              </c:pt>
              <c:pt idx="5378">
                <c:v>55.947</c:v>
              </c:pt>
              <c:pt idx="5379">
                <c:v>51.776</c:v>
              </c:pt>
              <c:pt idx="5380">
                <c:v>40.689</c:v>
              </c:pt>
              <c:pt idx="5381">
                <c:v>55.117</c:v>
              </c:pt>
              <c:pt idx="5382">
                <c:v>66.566</c:v>
              </c:pt>
              <c:pt idx="5383">
                <c:v>52.613</c:v>
              </c:pt>
              <c:pt idx="5384">
                <c:v>53.595</c:v>
              </c:pt>
              <c:pt idx="5385">
                <c:v>62.664</c:v>
              </c:pt>
              <c:pt idx="5386">
                <c:v>50.738</c:v>
              </c:pt>
              <c:pt idx="5387">
                <c:v>57.025</c:v>
              </c:pt>
              <c:pt idx="5388">
                <c:v>42.266</c:v>
              </c:pt>
              <c:pt idx="5389">
                <c:v>41.925</c:v>
              </c:pt>
              <c:pt idx="5390">
                <c:v>40.719</c:v>
              </c:pt>
              <c:pt idx="5391">
                <c:v>61.284</c:v>
              </c:pt>
              <c:pt idx="5392">
                <c:v>53.676</c:v>
              </c:pt>
              <c:pt idx="5393">
                <c:v>57.425</c:v>
              </c:pt>
              <c:pt idx="5394">
                <c:v>65.155</c:v>
              </c:pt>
              <c:pt idx="5395">
                <c:v>61.302</c:v>
              </c:pt>
              <c:pt idx="5396">
                <c:v>53.434</c:v>
              </c:pt>
              <c:pt idx="5397">
                <c:v>60.62</c:v>
              </c:pt>
              <c:pt idx="5398">
                <c:v>60.104</c:v>
              </c:pt>
              <c:pt idx="5399">
                <c:v>49.716</c:v>
              </c:pt>
              <c:pt idx="5400">
                <c:v>44.792</c:v>
              </c:pt>
              <c:pt idx="5401">
                <c:v>45.393</c:v>
              </c:pt>
              <c:pt idx="5402">
                <c:v>54.949</c:v>
              </c:pt>
              <c:pt idx="5403">
                <c:v>44.471</c:v>
              </c:pt>
              <c:pt idx="5404">
                <c:v>41.338</c:v>
              </c:pt>
              <c:pt idx="5405">
                <c:v>42.427</c:v>
              </c:pt>
              <c:pt idx="5406">
                <c:v>40.691</c:v>
              </c:pt>
              <c:pt idx="5407">
                <c:v>54.408</c:v>
              </c:pt>
              <c:pt idx="5408">
                <c:v>64.984</c:v>
              </c:pt>
              <c:pt idx="5409">
                <c:v>42.877</c:v>
              </c:pt>
              <c:pt idx="5410">
                <c:v>50.886</c:v>
              </c:pt>
              <c:pt idx="5411">
                <c:v>60.583</c:v>
              </c:pt>
              <c:pt idx="5412">
                <c:v>44.324</c:v>
              </c:pt>
              <c:pt idx="5413">
                <c:v>55.174</c:v>
              </c:pt>
              <c:pt idx="5414">
                <c:v>57.353</c:v>
              </c:pt>
              <c:pt idx="5415">
                <c:v>64.505</c:v>
              </c:pt>
              <c:pt idx="5416">
                <c:v>46.313</c:v>
              </c:pt>
              <c:pt idx="5417">
                <c:v>50.582</c:v>
              </c:pt>
              <c:pt idx="5418">
                <c:v>63.12</c:v>
              </c:pt>
              <c:pt idx="5419">
                <c:v>182.037</c:v>
              </c:pt>
              <c:pt idx="5420">
                <c:v>61.062</c:v>
              </c:pt>
              <c:pt idx="5421">
                <c:v>42.226</c:v>
              </c:pt>
              <c:pt idx="5422">
                <c:v>76.25</c:v>
              </c:pt>
              <c:pt idx="5423">
                <c:v>35.994</c:v>
              </c:pt>
              <c:pt idx="5424">
                <c:v>50.363</c:v>
              </c:pt>
              <c:pt idx="5425">
                <c:v>79.27</c:v>
              </c:pt>
              <c:pt idx="5426">
                <c:v>47.267</c:v>
              </c:pt>
              <c:pt idx="5427">
                <c:v>76.665</c:v>
              </c:pt>
              <c:pt idx="5428">
                <c:v>63.167</c:v>
              </c:pt>
              <c:pt idx="5429">
                <c:v>49.213</c:v>
              </c:pt>
              <c:pt idx="5430">
                <c:v>56.1</c:v>
              </c:pt>
              <c:pt idx="5431">
                <c:v>54.543</c:v>
              </c:pt>
              <c:pt idx="5432">
                <c:v>65.543</c:v>
              </c:pt>
              <c:pt idx="5433">
                <c:v>81.569</c:v>
              </c:pt>
              <c:pt idx="5434">
                <c:v>36.162</c:v>
              </c:pt>
              <c:pt idx="5435">
                <c:v>78.943</c:v>
              </c:pt>
              <c:pt idx="5436">
                <c:v>79.033</c:v>
              </c:pt>
              <c:pt idx="5437">
                <c:v>79.505</c:v>
              </c:pt>
              <c:pt idx="5438">
                <c:v>59.398</c:v>
              </c:pt>
              <c:pt idx="5439">
                <c:v>48.421</c:v>
              </c:pt>
              <c:pt idx="5440">
                <c:v>80.164</c:v>
              </c:pt>
              <c:pt idx="5441">
                <c:v>65.766</c:v>
              </c:pt>
              <c:pt idx="5442">
                <c:v>60.666</c:v>
              </c:pt>
              <c:pt idx="5443">
                <c:v>67.729</c:v>
              </c:pt>
              <c:pt idx="5444">
                <c:v>73.266</c:v>
              </c:pt>
              <c:pt idx="5445">
                <c:v>64.742</c:v>
              </c:pt>
              <c:pt idx="5446">
                <c:v>61.169</c:v>
              </c:pt>
              <c:pt idx="5447">
                <c:v>52.372</c:v>
              </c:pt>
              <c:pt idx="5448">
                <c:v>46.154</c:v>
              </c:pt>
              <c:pt idx="5449">
                <c:v>68.821</c:v>
              </c:pt>
              <c:pt idx="5450">
                <c:v>54.63</c:v>
              </c:pt>
              <c:pt idx="5451">
                <c:v>52.265</c:v>
              </c:pt>
              <c:pt idx="5452">
                <c:v>49.126</c:v>
              </c:pt>
              <c:pt idx="5453">
                <c:v>63.973</c:v>
              </c:pt>
              <c:pt idx="5454">
                <c:v>43.31</c:v>
              </c:pt>
              <c:pt idx="5455">
                <c:v>75.824</c:v>
              </c:pt>
              <c:pt idx="5456">
                <c:v>76.724</c:v>
              </c:pt>
              <c:pt idx="5457">
                <c:v>83.728</c:v>
              </c:pt>
              <c:pt idx="5458">
                <c:v>83.9</c:v>
              </c:pt>
              <c:pt idx="5459">
                <c:v>45.42</c:v>
              </c:pt>
              <c:pt idx="5460">
                <c:v>82.193</c:v>
              </c:pt>
              <c:pt idx="5461">
                <c:v>81.641</c:v>
              </c:pt>
              <c:pt idx="5462">
                <c:v>44.201</c:v>
              </c:pt>
              <c:pt idx="5463">
                <c:v>54.032</c:v>
              </c:pt>
              <c:pt idx="5464">
                <c:v>44.779</c:v>
              </c:pt>
              <c:pt idx="5465">
                <c:v>50.022</c:v>
              </c:pt>
              <c:pt idx="5466">
                <c:v>49.669</c:v>
              </c:pt>
              <c:pt idx="5467">
                <c:v>38.959</c:v>
              </c:pt>
              <c:pt idx="5468">
                <c:v>61.146</c:v>
              </c:pt>
              <c:pt idx="5469">
                <c:v>39.554</c:v>
              </c:pt>
              <c:pt idx="5470">
                <c:v>75.506</c:v>
              </c:pt>
              <c:pt idx="5471">
                <c:v>84.165</c:v>
              </c:pt>
              <c:pt idx="5472">
                <c:v>38.708</c:v>
              </c:pt>
              <c:pt idx="5473">
                <c:v>70.01</c:v>
              </c:pt>
              <c:pt idx="5474">
                <c:v>47.081</c:v>
              </c:pt>
              <c:pt idx="5475">
                <c:v>37.723</c:v>
              </c:pt>
              <c:pt idx="5476">
                <c:v>82.959</c:v>
              </c:pt>
              <c:pt idx="5477">
                <c:v>52.857</c:v>
              </c:pt>
              <c:pt idx="5478">
                <c:v>39.284</c:v>
              </c:pt>
              <c:pt idx="5479">
                <c:v>57.229</c:v>
              </c:pt>
              <c:pt idx="5480">
                <c:v>49.85</c:v>
              </c:pt>
              <c:pt idx="5481">
                <c:v>39.641</c:v>
              </c:pt>
              <c:pt idx="5482">
                <c:v>47.778</c:v>
              </c:pt>
              <c:pt idx="5483">
                <c:v>83.952</c:v>
              </c:pt>
              <c:pt idx="5484">
                <c:v>83.994</c:v>
              </c:pt>
              <c:pt idx="5485">
                <c:v>83.915</c:v>
              </c:pt>
              <c:pt idx="5486">
                <c:v>49.173</c:v>
              </c:pt>
              <c:pt idx="5487">
                <c:v>50.419</c:v>
              </c:pt>
              <c:pt idx="5488">
                <c:v>82.42</c:v>
              </c:pt>
              <c:pt idx="5489">
                <c:v>46.403</c:v>
              </c:pt>
              <c:pt idx="5490">
                <c:v>51.073</c:v>
              </c:pt>
              <c:pt idx="5491">
                <c:v>102.111</c:v>
              </c:pt>
              <c:pt idx="5492">
                <c:v>54.616</c:v>
              </c:pt>
              <c:pt idx="5493">
                <c:v>101.798</c:v>
              </c:pt>
              <c:pt idx="5494">
                <c:v>112.656</c:v>
              </c:pt>
              <c:pt idx="5495">
                <c:v>256.854</c:v>
              </c:pt>
              <c:pt idx="5496">
                <c:v>41.128</c:v>
              </c:pt>
              <c:pt idx="5497">
                <c:v>108.811</c:v>
              </c:pt>
              <c:pt idx="5498">
                <c:v>112.124</c:v>
              </c:pt>
              <c:pt idx="5499">
                <c:v>214.211</c:v>
              </c:pt>
            </c:numLit>
          </c:xVal>
          <c:yVal>
            <c:numLit>
              <c:formatCode>General</c:formatCode>
              <c:ptCount val="5500"/>
              <c:pt idx="0">
                <c:v>54.819</c:v>
              </c:pt>
              <c:pt idx="1">
                <c:v>-51.587</c:v>
              </c:pt>
              <c:pt idx="2">
                <c:v>108.261</c:v>
              </c:pt>
              <c:pt idx="3">
                <c:v>-111.09</c:v>
              </c:pt>
              <c:pt idx="4">
                <c:v>48.948</c:v>
              </c:pt>
              <c:pt idx="5">
                <c:v>-159.78</c:v>
              </c:pt>
              <c:pt idx="6">
                <c:v>-68.039</c:v>
              </c:pt>
              <c:pt idx="7">
                <c:v>61.253</c:v>
              </c:pt>
              <c:pt idx="8">
                <c:v>-21.508</c:v>
              </c:pt>
              <c:pt idx="9">
                <c:v>-61.202</c:v>
              </c:pt>
              <c:pt idx="10">
                <c:v>-56.071</c:v>
              </c:pt>
              <c:pt idx="11">
                <c:v>6.734</c:v>
              </c:pt>
              <c:pt idx="12">
                <c:v>-154.744</c:v>
              </c:pt>
              <c:pt idx="13">
                <c:v>66.873</c:v>
              </c:pt>
              <c:pt idx="14">
                <c:v>-23.423</c:v>
              </c:pt>
              <c:pt idx="15">
                <c:v>-65.877</c:v>
              </c:pt>
              <c:pt idx="16">
                <c:v>20.713</c:v>
              </c:pt>
              <c:pt idx="17">
                <c:v>-18.853</c:v>
              </c:pt>
              <c:pt idx="18">
                <c:v>-193.675</c:v>
              </c:pt>
              <c:pt idx="19">
                <c:v>74.821</c:v>
              </c:pt>
              <c:pt idx="20">
                <c:v>-208.891</c:v>
              </c:pt>
              <c:pt idx="21">
                <c:v>34.359</c:v>
              </c:pt>
              <c:pt idx="22">
                <c:v>-132.334</c:v>
              </c:pt>
              <c:pt idx="23">
                <c:v>-214.609</c:v>
              </c:pt>
              <c:pt idx="24">
                <c:v>-185.602</c:v>
              </c:pt>
              <c:pt idx="25">
                <c:v>-9.599</c:v>
              </c:pt>
              <c:pt idx="26">
                <c:v>-181.734</c:v>
              </c:pt>
              <c:pt idx="27">
                <c:v>65.619</c:v>
              </c:pt>
              <c:pt idx="28">
                <c:v>42.725</c:v>
              </c:pt>
              <c:pt idx="29">
                <c:v>-118.581</c:v>
              </c:pt>
              <c:pt idx="30">
                <c:v>108.576</c:v>
              </c:pt>
              <c:pt idx="31">
                <c:v>51.209</c:v>
              </c:pt>
              <c:pt idx="32">
                <c:v>-149.972</c:v>
              </c:pt>
              <c:pt idx="33">
                <c:v>-206.982</c:v>
              </c:pt>
              <c:pt idx="34">
                <c:v>-162.932</c:v>
              </c:pt>
              <c:pt idx="35">
                <c:v>7.772</c:v>
              </c:pt>
              <c:pt idx="36">
                <c:v>109.663</c:v>
              </c:pt>
              <c:pt idx="37">
                <c:v>-155.213</c:v>
              </c:pt>
              <c:pt idx="38">
                <c:v>2.511</c:v>
              </c:pt>
              <c:pt idx="39">
                <c:v>-208.228</c:v>
              </c:pt>
              <c:pt idx="40">
                <c:v>-143.609</c:v>
              </c:pt>
              <c:pt idx="41">
                <c:v>30.758</c:v>
              </c:pt>
              <c:pt idx="42">
                <c:v>-147.763</c:v>
              </c:pt>
              <c:pt idx="43">
                <c:v>-129.312</c:v>
              </c:pt>
              <c:pt idx="44">
                <c:v>-194.513</c:v>
              </c:pt>
              <c:pt idx="45">
                <c:v>49.634</c:v>
              </c:pt>
              <c:pt idx="46">
                <c:v>-185.632</c:v>
              </c:pt>
              <c:pt idx="47">
                <c:v>35.337</c:v>
              </c:pt>
              <c:pt idx="48">
                <c:v>-213.442</c:v>
              </c:pt>
              <c:pt idx="49">
                <c:v>-35.36</c:v>
              </c:pt>
              <c:pt idx="50">
                <c:v>86.462</c:v>
              </c:pt>
              <c:pt idx="51">
                <c:v>109.628</c:v>
              </c:pt>
              <c:pt idx="52">
                <c:v>39.281</c:v>
              </c:pt>
              <c:pt idx="53">
                <c:v>-214.181</c:v>
              </c:pt>
              <c:pt idx="54">
                <c:v>-212.851</c:v>
              </c:pt>
              <c:pt idx="55">
                <c:v>96.126</c:v>
              </c:pt>
              <c:pt idx="56">
                <c:v>-109.31</c:v>
              </c:pt>
              <c:pt idx="57">
                <c:v>56.144</c:v>
              </c:pt>
              <c:pt idx="58">
                <c:v>40.221</c:v>
              </c:pt>
              <c:pt idx="59">
                <c:v>-203.013</c:v>
              </c:pt>
              <c:pt idx="60">
                <c:v>-199.404</c:v>
              </c:pt>
              <c:pt idx="61">
                <c:v>-100.673</c:v>
              </c:pt>
              <c:pt idx="62">
                <c:v>-3.409</c:v>
              </c:pt>
              <c:pt idx="63">
                <c:v>93.726</c:v>
              </c:pt>
              <c:pt idx="64">
                <c:v>-34.772</c:v>
              </c:pt>
              <c:pt idx="65">
                <c:v>-47.541</c:v>
              </c:pt>
              <c:pt idx="66">
                <c:v>28.292</c:v>
              </c:pt>
              <c:pt idx="67">
                <c:v>-28.134</c:v>
              </c:pt>
              <c:pt idx="68">
                <c:v>-165.639</c:v>
              </c:pt>
              <c:pt idx="69">
                <c:v>-114.883</c:v>
              </c:pt>
              <c:pt idx="70">
                <c:v>-102.35</c:v>
              </c:pt>
              <c:pt idx="71">
                <c:v>44.606</c:v>
              </c:pt>
              <c:pt idx="72">
                <c:v>-29.774</c:v>
              </c:pt>
              <c:pt idx="73">
                <c:v>-17.966</c:v>
              </c:pt>
              <c:pt idx="74">
                <c:v>-198.691</c:v>
              </c:pt>
              <c:pt idx="75">
                <c:v>37.951</c:v>
              </c:pt>
              <c:pt idx="76">
                <c:v>-173.557</c:v>
              </c:pt>
              <c:pt idx="77">
                <c:v>102.811</c:v>
              </c:pt>
              <c:pt idx="78">
                <c:v>-31.049</c:v>
              </c:pt>
              <c:pt idx="79">
                <c:v>37.291</c:v>
              </c:pt>
              <c:pt idx="80">
                <c:v>19.796</c:v>
              </c:pt>
              <c:pt idx="81">
                <c:v>-20.14</c:v>
              </c:pt>
              <c:pt idx="82">
                <c:v>50.022</c:v>
              </c:pt>
              <c:pt idx="83">
                <c:v>11.674</c:v>
              </c:pt>
              <c:pt idx="84">
                <c:v>-20.759</c:v>
              </c:pt>
              <c:pt idx="85">
                <c:v>-137.948</c:v>
              </c:pt>
              <c:pt idx="86">
                <c:v>-14.64</c:v>
              </c:pt>
              <c:pt idx="87">
                <c:v>1.066</c:v>
              </c:pt>
              <c:pt idx="88">
                <c:v>109.35</c:v>
              </c:pt>
              <c:pt idx="89">
                <c:v>19.595</c:v>
              </c:pt>
              <c:pt idx="90">
                <c:v>8.195</c:v>
              </c:pt>
              <c:pt idx="91">
                <c:v>-54.847</c:v>
              </c:pt>
              <c:pt idx="92">
                <c:v>-7.062</c:v>
              </c:pt>
              <c:pt idx="93">
                <c:v>-191.329</c:v>
              </c:pt>
              <c:pt idx="94">
                <c:v>67.989</c:v>
              </c:pt>
              <c:pt idx="95">
                <c:v>8.355</c:v>
              </c:pt>
              <c:pt idx="96">
                <c:v>65.525</c:v>
              </c:pt>
              <c:pt idx="97">
                <c:v>-54.724</c:v>
              </c:pt>
              <c:pt idx="98">
                <c:v>-5.089</c:v>
              </c:pt>
              <c:pt idx="99">
                <c:v>61.299</c:v>
              </c:pt>
              <c:pt idx="100">
                <c:v>-208.501</c:v>
              </c:pt>
              <c:pt idx="101">
                <c:v>-208.519</c:v>
              </c:pt>
              <c:pt idx="102">
                <c:v>91.979</c:v>
              </c:pt>
              <c:pt idx="103">
                <c:v>-36.744</c:v>
              </c:pt>
              <c:pt idx="104">
                <c:v>-180.149</c:v>
              </c:pt>
              <c:pt idx="105">
                <c:v>114.676</c:v>
              </c:pt>
              <c:pt idx="106">
                <c:v>0.631</c:v>
              </c:pt>
              <c:pt idx="107">
                <c:v>-54.872</c:v>
              </c:pt>
              <c:pt idx="108">
                <c:v>8.98</c:v>
              </c:pt>
              <c:pt idx="109">
                <c:v>-33.507</c:v>
              </c:pt>
              <c:pt idx="110">
                <c:v>-58.5</c:v>
              </c:pt>
              <c:pt idx="111">
                <c:v>-16.669</c:v>
              </c:pt>
              <c:pt idx="112">
                <c:v>-193.244</c:v>
              </c:pt>
              <c:pt idx="113">
                <c:v>-79.839</c:v>
              </c:pt>
              <c:pt idx="114">
                <c:v>-52.051</c:v>
              </c:pt>
              <c:pt idx="115">
                <c:v>-88.22</c:v>
              </c:pt>
              <c:pt idx="116">
                <c:v>-136.801</c:v>
              </c:pt>
              <c:pt idx="117">
                <c:v>16.014</c:v>
              </c:pt>
              <c:pt idx="118">
                <c:v>-198.172</c:v>
              </c:pt>
              <c:pt idx="119">
                <c:v>54.445</c:v>
              </c:pt>
              <c:pt idx="120">
                <c:v>106.231</c:v>
              </c:pt>
              <c:pt idx="121">
                <c:v>-49.087</c:v>
              </c:pt>
              <c:pt idx="122">
                <c:v>-212.84</c:v>
              </c:pt>
              <c:pt idx="123">
                <c:v>-212.583</c:v>
              </c:pt>
              <c:pt idx="124">
                <c:v>12.282</c:v>
              </c:pt>
              <c:pt idx="125">
                <c:v>68.95</c:v>
              </c:pt>
              <c:pt idx="126">
                <c:v>-44.979</c:v>
              </c:pt>
              <c:pt idx="127">
                <c:v>-26.292</c:v>
              </c:pt>
              <c:pt idx="128">
                <c:v>-33.374</c:v>
              </c:pt>
              <c:pt idx="129">
                <c:v>-100.267</c:v>
              </c:pt>
              <c:pt idx="130">
                <c:v>-55.723</c:v>
              </c:pt>
              <c:pt idx="131">
                <c:v>-209.337</c:v>
              </c:pt>
              <c:pt idx="132">
                <c:v>-0.627</c:v>
              </c:pt>
              <c:pt idx="133">
                <c:v>42.337</c:v>
              </c:pt>
              <c:pt idx="134">
                <c:v>30.628</c:v>
              </c:pt>
              <c:pt idx="135">
                <c:v>-193.919</c:v>
              </c:pt>
              <c:pt idx="136">
                <c:v>107.977</c:v>
              </c:pt>
              <c:pt idx="137">
                <c:v>-104.733</c:v>
              </c:pt>
              <c:pt idx="138">
                <c:v>-174.651</c:v>
              </c:pt>
              <c:pt idx="139">
                <c:v>-117.638</c:v>
              </c:pt>
              <c:pt idx="140">
                <c:v>-51.29</c:v>
              </c:pt>
              <c:pt idx="141">
                <c:v>-19.202</c:v>
              </c:pt>
              <c:pt idx="142">
                <c:v>-46.815</c:v>
              </c:pt>
              <c:pt idx="143">
                <c:v>23.688</c:v>
              </c:pt>
              <c:pt idx="144">
                <c:v>-24.502</c:v>
              </c:pt>
              <c:pt idx="145">
                <c:v>23.707</c:v>
              </c:pt>
              <c:pt idx="146">
                <c:v>-87.847</c:v>
              </c:pt>
              <c:pt idx="147">
                <c:v>-40.418</c:v>
              </c:pt>
              <c:pt idx="148">
                <c:v>-99.623</c:v>
              </c:pt>
              <c:pt idx="149">
                <c:v>18.982</c:v>
              </c:pt>
              <c:pt idx="150">
                <c:v>94.713</c:v>
              </c:pt>
              <c:pt idx="151">
                <c:v>26.363</c:v>
              </c:pt>
              <c:pt idx="152">
                <c:v>-146.869</c:v>
              </c:pt>
              <c:pt idx="153">
                <c:v>-203.907</c:v>
              </c:pt>
              <c:pt idx="154">
                <c:v>-114.675</c:v>
              </c:pt>
              <c:pt idx="155">
                <c:v>-96.519</c:v>
              </c:pt>
              <c:pt idx="156">
                <c:v>-5.596</c:v>
              </c:pt>
              <c:pt idx="157">
                <c:v>-202.599</c:v>
              </c:pt>
              <c:pt idx="158">
                <c:v>-194.601</c:v>
              </c:pt>
              <c:pt idx="159">
                <c:v>-59.435</c:v>
              </c:pt>
              <c:pt idx="160">
                <c:v>22.887</c:v>
              </c:pt>
              <c:pt idx="161">
                <c:v>17.919</c:v>
              </c:pt>
              <c:pt idx="162">
                <c:v>-48.565</c:v>
              </c:pt>
              <c:pt idx="163">
                <c:v>-27.074</c:v>
              </c:pt>
              <c:pt idx="164">
                <c:v>18.585</c:v>
              </c:pt>
              <c:pt idx="165">
                <c:v>-187.53</c:v>
              </c:pt>
              <c:pt idx="166">
                <c:v>-206.49</c:v>
              </c:pt>
              <c:pt idx="167">
                <c:v>-105.593</c:v>
              </c:pt>
              <c:pt idx="168">
                <c:v>-198.745</c:v>
              </c:pt>
              <c:pt idx="169">
                <c:v>-188.291</c:v>
              </c:pt>
              <c:pt idx="170">
                <c:v>-97.863</c:v>
              </c:pt>
              <c:pt idx="171">
                <c:v>-53.351</c:v>
              </c:pt>
              <c:pt idx="172">
                <c:v>-71.17</c:v>
              </c:pt>
              <c:pt idx="173">
                <c:v>-190.405</c:v>
              </c:pt>
              <c:pt idx="174">
                <c:v>9.145</c:v>
              </c:pt>
              <c:pt idx="175">
                <c:v>4.827</c:v>
              </c:pt>
              <c:pt idx="176">
                <c:v>-205.281</c:v>
              </c:pt>
              <c:pt idx="177">
                <c:v>29.743</c:v>
              </c:pt>
              <c:pt idx="178">
                <c:v>-65.354</c:v>
              </c:pt>
              <c:pt idx="179">
                <c:v>43.453</c:v>
              </c:pt>
              <c:pt idx="180">
                <c:v>15.26</c:v>
              </c:pt>
              <c:pt idx="181">
                <c:v>-65.348</c:v>
              </c:pt>
              <c:pt idx="182">
                <c:v>-104.067</c:v>
              </c:pt>
              <c:pt idx="183">
                <c:v>-11.011</c:v>
              </c:pt>
              <c:pt idx="184">
                <c:v>-34.388</c:v>
              </c:pt>
              <c:pt idx="185">
                <c:v>-58.667</c:v>
              </c:pt>
              <c:pt idx="186">
                <c:v>-194.337</c:v>
              </c:pt>
              <c:pt idx="187">
                <c:v>35.028</c:v>
              </c:pt>
              <c:pt idx="188">
                <c:v>17.221</c:v>
              </c:pt>
              <c:pt idx="189">
                <c:v>-152.226</c:v>
              </c:pt>
              <c:pt idx="190">
                <c:v>-204.26</c:v>
              </c:pt>
              <c:pt idx="191">
                <c:v>-166.944</c:v>
              </c:pt>
              <c:pt idx="192">
                <c:v>-85.763</c:v>
              </c:pt>
              <c:pt idx="193">
                <c:v>-89.643</c:v>
              </c:pt>
              <c:pt idx="194">
                <c:v>-50.761</c:v>
              </c:pt>
              <c:pt idx="195">
                <c:v>27.233</c:v>
              </c:pt>
              <c:pt idx="196">
                <c:v>88.533</c:v>
              </c:pt>
              <c:pt idx="197">
                <c:v>29.229</c:v>
              </c:pt>
              <c:pt idx="198">
                <c:v>-10.644</c:v>
              </c:pt>
              <c:pt idx="199">
                <c:v>-78.875</c:v>
              </c:pt>
              <c:pt idx="200">
                <c:v>27.834</c:v>
              </c:pt>
              <c:pt idx="201">
                <c:v>-27.916</c:v>
              </c:pt>
              <c:pt idx="202">
                <c:v>-150.846</c:v>
              </c:pt>
              <c:pt idx="203">
                <c:v>7.688</c:v>
              </c:pt>
              <c:pt idx="204">
                <c:v>-213.2</c:v>
              </c:pt>
              <c:pt idx="205">
                <c:v>91.794</c:v>
              </c:pt>
              <c:pt idx="206">
                <c:v>66.659</c:v>
              </c:pt>
              <c:pt idx="207">
                <c:v>-39.768</c:v>
              </c:pt>
              <c:pt idx="208">
                <c:v>-118.616</c:v>
              </c:pt>
              <c:pt idx="209">
                <c:v>-138.09</c:v>
              </c:pt>
              <c:pt idx="210">
                <c:v>42.637</c:v>
              </c:pt>
              <c:pt idx="211">
                <c:v>66.375</c:v>
              </c:pt>
              <c:pt idx="212">
                <c:v>15.773</c:v>
              </c:pt>
              <c:pt idx="213">
                <c:v>70.265</c:v>
              </c:pt>
              <c:pt idx="214">
                <c:v>-22.618</c:v>
              </c:pt>
              <c:pt idx="215">
                <c:v>-51.158</c:v>
              </c:pt>
              <c:pt idx="216">
                <c:v>-183.633</c:v>
              </c:pt>
              <c:pt idx="217">
                <c:v>-38.844</c:v>
              </c:pt>
              <c:pt idx="218">
                <c:v>95.682</c:v>
              </c:pt>
              <c:pt idx="219">
                <c:v>-84.557</c:v>
              </c:pt>
              <c:pt idx="220">
                <c:v>108.44</c:v>
              </c:pt>
              <c:pt idx="221">
                <c:v>-191.193</c:v>
              </c:pt>
              <c:pt idx="222">
                <c:v>27.166</c:v>
              </c:pt>
              <c:pt idx="223">
                <c:v>-135.408</c:v>
              </c:pt>
              <c:pt idx="224">
                <c:v>-95.826</c:v>
              </c:pt>
              <c:pt idx="225">
                <c:v>-21.467</c:v>
              </c:pt>
              <c:pt idx="226">
                <c:v>-46.394</c:v>
              </c:pt>
              <c:pt idx="227">
                <c:v>30.893</c:v>
              </c:pt>
              <c:pt idx="228">
                <c:v>-176.788</c:v>
              </c:pt>
              <c:pt idx="229">
                <c:v>21.742</c:v>
              </c:pt>
              <c:pt idx="230">
                <c:v>-120.545</c:v>
              </c:pt>
              <c:pt idx="231">
                <c:v>-63.59</c:v>
              </c:pt>
              <c:pt idx="232">
                <c:v>-102.774</c:v>
              </c:pt>
              <c:pt idx="233">
                <c:v>64.523</c:v>
              </c:pt>
              <c:pt idx="234">
                <c:v>-187.332</c:v>
              </c:pt>
              <c:pt idx="235">
                <c:v>7.639</c:v>
              </c:pt>
              <c:pt idx="236">
                <c:v>-192.487</c:v>
              </c:pt>
              <c:pt idx="237">
                <c:v>5.691</c:v>
              </c:pt>
              <c:pt idx="238">
                <c:v>-3.096</c:v>
              </c:pt>
              <c:pt idx="239">
                <c:v>-212.029</c:v>
              </c:pt>
              <c:pt idx="240">
                <c:v>-63.69</c:v>
              </c:pt>
              <c:pt idx="241">
                <c:v>41.007</c:v>
              </c:pt>
              <c:pt idx="242">
                <c:v>4.812</c:v>
              </c:pt>
              <c:pt idx="243">
                <c:v>-92.045</c:v>
              </c:pt>
              <c:pt idx="244">
                <c:v>-10.613</c:v>
              </c:pt>
              <c:pt idx="245">
                <c:v>-130.151</c:v>
              </c:pt>
              <c:pt idx="246">
                <c:v>24.514</c:v>
              </c:pt>
              <c:pt idx="247">
                <c:v>-70.404</c:v>
              </c:pt>
              <c:pt idx="248">
                <c:v>62.285</c:v>
              </c:pt>
              <c:pt idx="249">
                <c:v>22.93</c:v>
              </c:pt>
              <c:pt idx="250">
                <c:v>-196.001</c:v>
              </c:pt>
              <c:pt idx="251">
                <c:v>10.722</c:v>
              </c:pt>
              <c:pt idx="252">
                <c:v>-132.097</c:v>
              </c:pt>
              <c:pt idx="253">
                <c:v>-163.422</c:v>
              </c:pt>
              <c:pt idx="254">
                <c:v>59.155</c:v>
              </c:pt>
              <c:pt idx="255">
                <c:v>43.197</c:v>
              </c:pt>
              <c:pt idx="256">
                <c:v>107.785</c:v>
              </c:pt>
              <c:pt idx="257">
                <c:v>-53.005</c:v>
              </c:pt>
              <c:pt idx="258">
                <c:v>-116.077</c:v>
              </c:pt>
              <c:pt idx="259">
                <c:v>15.204</c:v>
              </c:pt>
              <c:pt idx="260">
                <c:v>-52.424</c:v>
              </c:pt>
              <c:pt idx="261">
                <c:v>-51.773</c:v>
              </c:pt>
              <c:pt idx="262">
                <c:v>-50.705</c:v>
              </c:pt>
              <c:pt idx="263">
                <c:v>-68.452</c:v>
              </c:pt>
              <c:pt idx="264">
                <c:v>0.486</c:v>
              </c:pt>
              <c:pt idx="265">
                <c:v>-83.827</c:v>
              </c:pt>
              <c:pt idx="266">
                <c:v>-89.361</c:v>
              </c:pt>
              <c:pt idx="267">
                <c:v>-63.023</c:v>
              </c:pt>
              <c:pt idx="268">
                <c:v>-40.413</c:v>
              </c:pt>
              <c:pt idx="269">
                <c:v>-100.602</c:v>
              </c:pt>
              <c:pt idx="270">
                <c:v>64.158</c:v>
              </c:pt>
              <c:pt idx="271">
                <c:v>-202.753</c:v>
              </c:pt>
              <c:pt idx="272">
                <c:v>-86.447</c:v>
              </c:pt>
              <c:pt idx="273">
                <c:v>-84.014</c:v>
              </c:pt>
              <c:pt idx="274">
                <c:v>-92.239</c:v>
              </c:pt>
              <c:pt idx="275">
                <c:v>-3.682</c:v>
              </c:pt>
              <c:pt idx="276">
                <c:v>-38.698</c:v>
              </c:pt>
              <c:pt idx="277">
                <c:v>26.53</c:v>
              </c:pt>
              <c:pt idx="278">
                <c:v>-83.586</c:v>
              </c:pt>
              <c:pt idx="279">
                <c:v>-209.654</c:v>
              </c:pt>
              <c:pt idx="280">
                <c:v>74.198</c:v>
              </c:pt>
              <c:pt idx="281">
                <c:v>-190.773</c:v>
              </c:pt>
              <c:pt idx="282">
                <c:v>-198.616</c:v>
              </c:pt>
              <c:pt idx="283">
                <c:v>63.804</c:v>
              </c:pt>
              <c:pt idx="284">
                <c:v>107.712</c:v>
              </c:pt>
              <c:pt idx="285">
                <c:v>-55.304</c:v>
              </c:pt>
              <c:pt idx="286">
                <c:v>-206.344</c:v>
              </c:pt>
              <c:pt idx="287">
                <c:v>-153.56</c:v>
              </c:pt>
              <c:pt idx="288">
                <c:v>15.235</c:v>
              </c:pt>
              <c:pt idx="289">
                <c:v>-167.632</c:v>
              </c:pt>
              <c:pt idx="290">
                <c:v>38.322</c:v>
              </c:pt>
              <c:pt idx="291">
                <c:v>-23.708</c:v>
              </c:pt>
              <c:pt idx="292">
                <c:v>-8.247</c:v>
              </c:pt>
              <c:pt idx="293">
                <c:v>10.068</c:v>
              </c:pt>
              <c:pt idx="294">
                <c:v>-119.06</c:v>
              </c:pt>
              <c:pt idx="295">
                <c:v>7.734</c:v>
              </c:pt>
              <c:pt idx="296">
                <c:v>38.054</c:v>
              </c:pt>
              <c:pt idx="297">
                <c:v>-14.051</c:v>
              </c:pt>
              <c:pt idx="298">
                <c:v>44.066</c:v>
              </c:pt>
              <c:pt idx="299">
                <c:v>101.997</c:v>
              </c:pt>
              <c:pt idx="300">
                <c:v>-54.563</c:v>
              </c:pt>
              <c:pt idx="301">
                <c:v>-0.183</c:v>
              </c:pt>
              <c:pt idx="302">
                <c:v>113.303</c:v>
              </c:pt>
              <c:pt idx="303">
                <c:v>-213.126</c:v>
              </c:pt>
              <c:pt idx="304">
                <c:v>-188.001</c:v>
              </c:pt>
              <c:pt idx="305">
                <c:v>14.79</c:v>
              </c:pt>
              <c:pt idx="306">
                <c:v>-190.794</c:v>
              </c:pt>
              <c:pt idx="307">
                <c:v>-53.179</c:v>
              </c:pt>
              <c:pt idx="308">
                <c:v>-211.818</c:v>
              </c:pt>
              <c:pt idx="309">
                <c:v>-32.002</c:v>
              </c:pt>
              <c:pt idx="310">
                <c:v>-191.412</c:v>
              </c:pt>
              <c:pt idx="311">
                <c:v>-55.395</c:v>
              </c:pt>
              <c:pt idx="312">
                <c:v>-21.908</c:v>
              </c:pt>
              <c:pt idx="313">
                <c:v>-108.982</c:v>
              </c:pt>
              <c:pt idx="314">
                <c:v>21.107</c:v>
              </c:pt>
              <c:pt idx="315">
                <c:v>-40.999</c:v>
              </c:pt>
              <c:pt idx="316">
                <c:v>-0.786</c:v>
              </c:pt>
              <c:pt idx="317">
                <c:v>-65.016</c:v>
              </c:pt>
              <c:pt idx="318">
                <c:v>-52.228</c:v>
              </c:pt>
              <c:pt idx="319">
                <c:v>-60.148</c:v>
              </c:pt>
              <c:pt idx="320">
                <c:v>-47.334</c:v>
              </c:pt>
              <c:pt idx="321">
                <c:v>-27.384</c:v>
              </c:pt>
              <c:pt idx="322">
                <c:v>-4.093</c:v>
              </c:pt>
              <c:pt idx="323">
                <c:v>-156.98</c:v>
              </c:pt>
              <c:pt idx="324">
                <c:v>18.968</c:v>
              </c:pt>
              <c:pt idx="325">
                <c:v>25.832</c:v>
              </c:pt>
              <c:pt idx="326">
                <c:v>-99.525</c:v>
              </c:pt>
              <c:pt idx="327">
                <c:v>-207.681</c:v>
              </c:pt>
              <c:pt idx="328">
                <c:v>40.799</c:v>
              </c:pt>
              <c:pt idx="329">
                <c:v>107.141</c:v>
              </c:pt>
              <c:pt idx="330">
                <c:v>-170.502</c:v>
              </c:pt>
              <c:pt idx="331">
                <c:v>26.255</c:v>
              </c:pt>
              <c:pt idx="332">
                <c:v>-66.145</c:v>
              </c:pt>
              <c:pt idx="333">
                <c:v>-156.048</c:v>
              </c:pt>
              <c:pt idx="334">
                <c:v>91.083</c:v>
              </c:pt>
              <c:pt idx="335">
                <c:v>8.429</c:v>
              </c:pt>
              <c:pt idx="336">
                <c:v>-28.958</c:v>
              </c:pt>
              <c:pt idx="337">
                <c:v>-191.629</c:v>
              </c:pt>
              <c:pt idx="338">
                <c:v>-32.366</c:v>
              </c:pt>
              <c:pt idx="339">
                <c:v>30.157</c:v>
              </c:pt>
              <c:pt idx="340">
                <c:v>25.42</c:v>
              </c:pt>
              <c:pt idx="341">
                <c:v>-124.336</c:v>
              </c:pt>
              <c:pt idx="342">
                <c:v>42.377</c:v>
              </c:pt>
              <c:pt idx="343">
                <c:v>20.092</c:v>
              </c:pt>
              <c:pt idx="344">
                <c:v>34.575</c:v>
              </c:pt>
              <c:pt idx="345">
                <c:v>-48.725</c:v>
              </c:pt>
              <c:pt idx="346">
                <c:v>-59.367</c:v>
              </c:pt>
              <c:pt idx="347">
                <c:v>-121.644</c:v>
              </c:pt>
              <c:pt idx="348">
                <c:v>-176.054</c:v>
              </c:pt>
              <c:pt idx="349">
                <c:v>-89.12</c:v>
              </c:pt>
              <c:pt idx="350">
                <c:v>-203.725</c:v>
              </c:pt>
              <c:pt idx="351">
                <c:v>24.476</c:v>
              </c:pt>
              <c:pt idx="352">
                <c:v>108.386</c:v>
              </c:pt>
              <c:pt idx="353">
                <c:v>-24.882</c:v>
              </c:pt>
              <c:pt idx="354">
                <c:v>14.377</c:v>
              </c:pt>
              <c:pt idx="355">
                <c:v>10.676</c:v>
              </c:pt>
              <c:pt idx="356">
                <c:v>50.96</c:v>
              </c:pt>
              <c:pt idx="357">
                <c:v>-9.474</c:v>
              </c:pt>
              <c:pt idx="358">
                <c:v>-201.042</c:v>
              </c:pt>
              <c:pt idx="359">
                <c:v>-63.9</c:v>
              </c:pt>
              <c:pt idx="360">
                <c:v>41.852</c:v>
              </c:pt>
              <c:pt idx="361">
                <c:v>15.763</c:v>
              </c:pt>
              <c:pt idx="362">
                <c:v>63.469</c:v>
              </c:pt>
              <c:pt idx="363">
                <c:v>-209.926</c:v>
              </c:pt>
              <c:pt idx="364">
                <c:v>-17.91</c:v>
              </c:pt>
              <c:pt idx="365">
                <c:v>-193.995</c:v>
              </c:pt>
              <c:pt idx="366">
                <c:v>57.301</c:v>
              </c:pt>
              <c:pt idx="367">
                <c:v>-139.222</c:v>
              </c:pt>
              <c:pt idx="368">
                <c:v>-168.835</c:v>
              </c:pt>
              <c:pt idx="369">
                <c:v>-202.862</c:v>
              </c:pt>
              <c:pt idx="370">
                <c:v>113.758</c:v>
              </c:pt>
              <c:pt idx="371">
                <c:v>-102.439</c:v>
              </c:pt>
              <c:pt idx="372">
                <c:v>-141.176</c:v>
              </c:pt>
              <c:pt idx="373">
                <c:v>-21.953</c:v>
              </c:pt>
              <c:pt idx="374">
                <c:v>-24.826</c:v>
              </c:pt>
              <c:pt idx="375">
                <c:v>9.461</c:v>
              </c:pt>
              <c:pt idx="376">
                <c:v>23.848</c:v>
              </c:pt>
              <c:pt idx="377">
                <c:v>97.63</c:v>
              </c:pt>
              <c:pt idx="378">
                <c:v>-31.768</c:v>
              </c:pt>
              <c:pt idx="379">
                <c:v>91.2</c:v>
              </c:pt>
              <c:pt idx="380">
                <c:v>58.964</c:v>
              </c:pt>
              <c:pt idx="381">
                <c:v>-77.859</c:v>
              </c:pt>
              <c:pt idx="382">
                <c:v>-166.737</c:v>
              </c:pt>
              <c:pt idx="383">
                <c:v>-145.387</c:v>
              </c:pt>
              <c:pt idx="384">
                <c:v>-6.817</c:v>
              </c:pt>
              <c:pt idx="385">
                <c:v>-60.628</c:v>
              </c:pt>
              <c:pt idx="386">
                <c:v>-2.974</c:v>
              </c:pt>
              <c:pt idx="387">
                <c:v>-133.549</c:v>
              </c:pt>
              <c:pt idx="388">
                <c:v>-169.466</c:v>
              </c:pt>
              <c:pt idx="389">
                <c:v>48.375</c:v>
              </c:pt>
              <c:pt idx="390">
                <c:v>22.898</c:v>
              </c:pt>
              <c:pt idx="391">
                <c:v>-193.235</c:v>
              </c:pt>
              <c:pt idx="392">
                <c:v>88.434</c:v>
              </c:pt>
              <c:pt idx="393">
                <c:v>39.979</c:v>
              </c:pt>
              <c:pt idx="394">
                <c:v>-9.839</c:v>
              </c:pt>
              <c:pt idx="395">
                <c:v>-45.869</c:v>
              </c:pt>
              <c:pt idx="396">
                <c:v>-52.134</c:v>
              </c:pt>
              <c:pt idx="397">
                <c:v>-212.766</c:v>
              </c:pt>
              <c:pt idx="398">
                <c:v>113.289</c:v>
              </c:pt>
              <c:pt idx="399">
                <c:v>-113.054</c:v>
              </c:pt>
              <c:pt idx="400">
                <c:v>25.446</c:v>
              </c:pt>
              <c:pt idx="401">
                <c:v>-5.213</c:v>
              </c:pt>
              <c:pt idx="402">
                <c:v>8.815</c:v>
              </c:pt>
              <c:pt idx="403">
                <c:v>10.9</c:v>
              </c:pt>
              <c:pt idx="404">
                <c:v>-42.843</c:v>
              </c:pt>
              <c:pt idx="405">
                <c:v>47.577</c:v>
              </c:pt>
              <c:pt idx="406">
                <c:v>2.746</c:v>
              </c:pt>
              <c:pt idx="407">
                <c:v>-31.86</c:v>
              </c:pt>
              <c:pt idx="408">
                <c:v>-160.782</c:v>
              </c:pt>
              <c:pt idx="409">
                <c:v>-75.868</c:v>
              </c:pt>
              <c:pt idx="410">
                <c:v>64.024</c:v>
              </c:pt>
              <c:pt idx="411">
                <c:v>14.325</c:v>
              </c:pt>
              <c:pt idx="412">
                <c:v>-50.901</c:v>
              </c:pt>
              <c:pt idx="413">
                <c:v>-60.504</c:v>
              </c:pt>
              <c:pt idx="414">
                <c:v>-154.469</c:v>
              </c:pt>
              <c:pt idx="415">
                <c:v>37.388</c:v>
              </c:pt>
              <c:pt idx="416">
                <c:v>-61.279</c:v>
              </c:pt>
              <c:pt idx="417">
                <c:v>-58.13</c:v>
              </c:pt>
              <c:pt idx="418">
                <c:v>-211.637</c:v>
              </c:pt>
              <c:pt idx="419">
                <c:v>-131.463</c:v>
              </c:pt>
              <c:pt idx="420">
                <c:v>-57.86</c:v>
              </c:pt>
              <c:pt idx="421">
                <c:v>2.221</c:v>
              </c:pt>
              <c:pt idx="422">
                <c:v>-190.127</c:v>
              </c:pt>
              <c:pt idx="423">
                <c:v>64.063</c:v>
              </c:pt>
              <c:pt idx="424">
                <c:v>-3.171</c:v>
              </c:pt>
              <c:pt idx="425">
                <c:v>64.93</c:v>
              </c:pt>
              <c:pt idx="426">
                <c:v>101.011</c:v>
              </c:pt>
              <c:pt idx="427">
                <c:v>-10.252</c:v>
              </c:pt>
              <c:pt idx="428">
                <c:v>-42.531</c:v>
              </c:pt>
              <c:pt idx="429">
                <c:v>30.136</c:v>
              </c:pt>
              <c:pt idx="430">
                <c:v>-91.813</c:v>
              </c:pt>
              <c:pt idx="431">
                <c:v>81.847</c:v>
              </c:pt>
              <c:pt idx="432">
                <c:v>-133.671</c:v>
              </c:pt>
              <c:pt idx="433">
                <c:v>-6.812</c:v>
              </c:pt>
              <c:pt idx="434">
                <c:v>28.057</c:v>
              </c:pt>
              <c:pt idx="435">
                <c:v>54.763</c:v>
              </c:pt>
              <c:pt idx="436">
                <c:v>-138.704</c:v>
              </c:pt>
              <c:pt idx="437">
                <c:v>87.515</c:v>
              </c:pt>
              <c:pt idx="438">
                <c:v>-212.89</c:v>
              </c:pt>
              <c:pt idx="439">
                <c:v>-105.114</c:v>
              </c:pt>
              <c:pt idx="440">
                <c:v>-64.89</c:v>
              </c:pt>
              <c:pt idx="441">
                <c:v>102.655</c:v>
              </c:pt>
              <c:pt idx="442">
                <c:v>-19.049</c:v>
              </c:pt>
              <c:pt idx="443">
                <c:v>-141.201</c:v>
              </c:pt>
              <c:pt idx="444">
                <c:v>36.256</c:v>
              </c:pt>
              <c:pt idx="445">
                <c:v>63.201</c:v>
              </c:pt>
              <c:pt idx="446">
                <c:v>23.928</c:v>
              </c:pt>
              <c:pt idx="447">
                <c:v>-206.155</c:v>
              </c:pt>
              <c:pt idx="448">
                <c:v>12.926</c:v>
              </c:pt>
              <c:pt idx="449">
                <c:v>76.571</c:v>
              </c:pt>
              <c:pt idx="450">
                <c:v>27.608</c:v>
              </c:pt>
              <c:pt idx="451">
                <c:v>101.873</c:v>
              </c:pt>
              <c:pt idx="452">
                <c:v>30.657</c:v>
              </c:pt>
              <c:pt idx="453">
                <c:v>-106.346</c:v>
              </c:pt>
              <c:pt idx="454">
                <c:v>-58.12</c:v>
              </c:pt>
              <c:pt idx="455">
                <c:v>-25.79</c:v>
              </c:pt>
              <c:pt idx="456">
                <c:v>-181.867</c:v>
              </c:pt>
              <c:pt idx="457">
                <c:v>12.118</c:v>
              </c:pt>
              <c:pt idx="458">
                <c:v>-95.722</c:v>
              </c:pt>
              <c:pt idx="459">
                <c:v>-121.828</c:v>
              </c:pt>
              <c:pt idx="460">
                <c:v>-51.883</c:v>
              </c:pt>
              <c:pt idx="461">
                <c:v>-56.397</c:v>
              </c:pt>
              <c:pt idx="462">
                <c:v>-63.773</c:v>
              </c:pt>
              <c:pt idx="463">
                <c:v>-59.04</c:v>
              </c:pt>
              <c:pt idx="464">
                <c:v>32.658</c:v>
              </c:pt>
              <c:pt idx="465">
                <c:v>18.473</c:v>
              </c:pt>
              <c:pt idx="466">
                <c:v>-198.792</c:v>
              </c:pt>
              <c:pt idx="467">
                <c:v>-189.865</c:v>
              </c:pt>
              <c:pt idx="468">
                <c:v>55.91</c:v>
              </c:pt>
              <c:pt idx="469">
                <c:v>-192.222</c:v>
              </c:pt>
              <c:pt idx="470">
                <c:v>11.524</c:v>
              </c:pt>
              <c:pt idx="471">
                <c:v>-76.449</c:v>
              </c:pt>
              <c:pt idx="472">
                <c:v>-79.994</c:v>
              </c:pt>
              <c:pt idx="473">
                <c:v>-147.316</c:v>
              </c:pt>
              <c:pt idx="474">
                <c:v>-213.744</c:v>
              </c:pt>
              <c:pt idx="475">
                <c:v>-152.97</c:v>
              </c:pt>
              <c:pt idx="476">
                <c:v>-172.291</c:v>
              </c:pt>
              <c:pt idx="477">
                <c:v>-49.575</c:v>
              </c:pt>
              <c:pt idx="478">
                <c:v>76.033</c:v>
              </c:pt>
              <c:pt idx="479">
                <c:v>-122.221</c:v>
              </c:pt>
              <c:pt idx="480">
                <c:v>-112.621</c:v>
              </c:pt>
              <c:pt idx="481">
                <c:v>27.3</c:v>
              </c:pt>
              <c:pt idx="482">
                <c:v>65.649</c:v>
              </c:pt>
              <c:pt idx="483">
                <c:v>-114.899</c:v>
              </c:pt>
              <c:pt idx="484">
                <c:v>-161.696</c:v>
              </c:pt>
              <c:pt idx="485">
                <c:v>-47.689</c:v>
              </c:pt>
              <c:pt idx="486">
                <c:v>-150.578</c:v>
              </c:pt>
              <c:pt idx="487">
                <c:v>51.659</c:v>
              </c:pt>
              <c:pt idx="488">
                <c:v>-51.609</c:v>
              </c:pt>
              <c:pt idx="489">
                <c:v>-76.6</c:v>
              </c:pt>
              <c:pt idx="490">
                <c:v>-152.89</c:v>
              </c:pt>
              <c:pt idx="491">
                <c:v>-8.023</c:v>
              </c:pt>
              <c:pt idx="492">
                <c:v>18.397</c:v>
              </c:pt>
              <c:pt idx="493">
                <c:v>110.336</c:v>
              </c:pt>
              <c:pt idx="494">
                <c:v>-203.362</c:v>
              </c:pt>
              <c:pt idx="495">
                <c:v>-47.73</c:v>
              </c:pt>
              <c:pt idx="496">
                <c:v>23.843</c:v>
              </c:pt>
              <c:pt idx="497">
                <c:v>3.212</c:v>
              </c:pt>
              <c:pt idx="498">
                <c:v>-206.164</c:v>
              </c:pt>
              <c:pt idx="499">
                <c:v>-94.008</c:v>
              </c:pt>
              <c:pt idx="500">
                <c:v>-195.697</c:v>
              </c:pt>
              <c:pt idx="501">
                <c:v>-123.29</c:v>
              </c:pt>
              <c:pt idx="502">
                <c:v>1.625</c:v>
              </c:pt>
              <c:pt idx="503">
                <c:v>-189.309</c:v>
              </c:pt>
              <c:pt idx="504">
                <c:v>-191.036</c:v>
              </c:pt>
              <c:pt idx="505">
                <c:v>-149.235</c:v>
              </c:pt>
              <c:pt idx="506">
                <c:v>-115.937</c:v>
              </c:pt>
              <c:pt idx="507">
                <c:v>-120.77</c:v>
              </c:pt>
              <c:pt idx="508">
                <c:v>75.528</c:v>
              </c:pt>
              <c:pt idx="509">
                <c:v>-159.34</c:v>
              </c:pt>
              <c:pt idx="510">
                <c:v>17.048</c:v>
              </c:pt>
              <c:pt idx="511">
                <c:v>48.209</c:v>
              </c:pt>
              <c:pt idx="512">
                <c:v>-58.468</c:v>
              </c:pt>
              <c:pt idx="513">
                <c:v>98.257</c:v>
              </c:pt>
              <c:pt idx="514">
                <c:v>25.144</c:v>
              </c:pt>
              <c:pt idx="515">
                <c:v>21.636</c:v>
              </c:pt>
              <c:pt idx="516">
                <c:v>-91.215</c:v>
              </c:pt>
              <c:pt idx="517">
                <c:v>-205.488</c:v>
              </c:pt>
              <c:pt idx="518">
                <c:v>41.852</c:v>
              </c:pt>
              <c:pt idx="519">
                <c:v>-0.062</c:v>
              </c:pt>
              <c:pt idx="520">
                <c:v>3.272</c:v>
              </c:pt>
              <c:pt idx="521">
                <c:v>22.767</c:v>
              </c:pt>
              <c:pt idx="522">
                <c:v>-32.787</c:v>
              </c:pt>
              <c:pt idx="523">
                <c:v>-61.976</c:v>
              </c:pt>
              <c:pt idx="524">
                <c:v>-173.157</c:v>
              </c:pt>
              <c:pt idx="525">
                <c:v>-130.26</c:v>
              </c:pt>
              <c:pt idx="526">
                <c:v>-191.642</c:v>
              </c:pt>
              <c:pt idx="527">
                <c:v>66.027</c:v>
              </c:pt>
              <c:pt idx="528">
                <c:v>37.649</c:v>
              </c:pt>
              <c:pt idx="529">
                <c:v>-136.024</c:v>
              </c:pt>
              <c:pt idx="530">
                <c:v>-80.55</c:v>
              </c:pt>
              <c:pt idx="531">
                <c:v>-118.329</c:v>
              </c:pt>
              <c:pt idx="532">
                <c:v>-161.183</c:v>
              </c:pt>
              <c:pt idx="533">
                <c:v>-86.178</c:v>
              </c:pt>
              <c:pt idx="534">
                <c:v>-2.749</c:v>
              </c:pt>
              <c:pt idx="535">
                <c:v>-79.3</c:v>
              </c:pt>
              <c:pt idx="536">
                <c:v>44.429</c:v>
              </c:pt>
              <c:pt idx="537">
                <c:v>-206.816</c:v>
              </c:pt>
              <c:pt idx="538">
                <c:v>-101.63</c:v>
              </c:pt>
              <c:pt idx="539">
                <c:v>23.073</c:v>
              </c:pt>
              <c:pt idx="540">
                <c:v>-190.339</c:v>
              </c:pt>
              <c:pt idx="541">
                <c:v>16.264</c:v>
              </c:pt>
              <c:pt idx="542">
                <c:v>-13.383</c:v>
              </c:pt>
              <c:pt idx="543">
                <c:v>-4.437</c:v>
              </c:pt>
              <c:pt idx="544">
                <c:v>-52.31</c:v>
              </c:pt>
              <c:pt idx="545">
                <c:v>-213.166</c:v>
              </c:pt>
              <c:pt idx="546">
                <c:v>17.962</c:v>
              </c:pt>
              <c:pt idx="547">
                <c:v>-188.05</c:v>
              </c:pt>
              <c:pt idx="548">
                <c:v>-207.358</c:v>
              </c:pt>
              <c:pt idx="549">
                <c:v>-103.076</c:v>
              </c:pt>
              <c:pt idx="550">
                <c:v>-171.849</c:v>
              </c:pt>
              <c:pt idx="551">
                <c:v>29.28</c:v>
              </c:pt>
              <c:pt idx="552">
                <c:v>-126.935</c:v>
              </c:pt>
              <c:pt idx="553">
                <c:v>-212.942</c:v>
              </c:pt>
              <c:pt idx="554">
                <c:v>86.26</c:v>
              </c:pt>
              <c:pt idx="555">
                <c:v>-142.354</c:v>
              </c:pt>
              <c:pt idx="556">
                <c:v>-191.1</c:v>
              </c:pt>
              <c:pt idx="557">
                <c:v>4.531</c:v>
              </c:pt>
              <c:pt idx="558">
                <c:v>43.951</c:v>
              </c:pt>
              <c:pt idx="559">
                <c:v>-26.822</c:v>
              </c:pt>
              <c:pt idx="560">
                <c:v>-146.605</c:v>
              </c:pt>
              <c:pt idx="561">
                <c:v>8.203</c:v>
              </c:pt>
              <c:pt idx="562">
                <c:v>99.698</c:v>
              </c:pt>
              <c:pt idx="563">
                <c:v>-214.977</c:v>
              </c:pt>
              <c:pt idx="564">
                <c:v>-79.162</c:v>
              </c:pt>
              <c:pt idx="565">
                <c:v>57.854</c:v>
              </c:pt>
              <c:pt idx="566">
                <c:v>-210.105</c:v>
              </c:pt>
              <c:pt idx="567">
                <c:v>-194.258</c:v>
              </c:pt>
              <c:pt idx="568">
                <c:v>108.89</c:v>
              </c:pt>
              <c:pt idx="569">
                <c:v>63.264</c:v>
              </c:pt>
              <c:pt idx="570">
                <c:v>48.815</c:v>
              </c:pt>
              <c:pt idx="571">
                <c:v>9.623</c:v>
              </c:pt>
              <c:pt idx="572">
                <c:v>-100.306</c:v>
              </c:pt>
              <c:pt idx="573">
                <c:v>-119.924</c:v>
              </c:pt>
              <c:pt idx="574">
                <c:v>74.685</c:v>
              </c:pt>
              <c:pt idx="575">
                <c:v>29.147</c:v>
              </c:pt>
              <c:pt idx="576">
                <c:v>5.105</c:v>
              </c:pt>
              <c:pt idx="577">
                <c:v>18.088</c:v>
              </c:pt>
              <c:pt idx="578">
                <c:v>60.563</c:v>
              </c:pt>
              <c:pt idx="579">
                <c:v>-211.304</c:v>
              </c:pt>
              <c:pt idx="580">
                <c:v>-211.611</c:v>
              </c:pt>
              <c:pt idx="581">
                <c:v>3.281</c:v>
              </c:pt>
              <c:pt idx="582">
                <c:v>-10.428</c:v>
              </c:pt>
              <c:pt idx="583">
                <c:v>-186.659</c:v>
              </c:pt>
              <c:pt idx="584">
                <c:v>-22.848</c:v>
              </c:pt>
              <c:pt idx="585">
                <c:v>38.074</c:v>
              </c:pt>
              <c:pt idx="586">
                <c:v>50.948</c:v>
              </c:pt>
              <c:pt idx="587">
                <c:v>13.094</c:v>
              </c:pt>
              <c:pt idx="588">
                <c:v>-120.015</c:v>
              </c:pt>
              <c:pt idx="589">
                <c:v>-18.561</c:v>
              </c:pt>
              <c:pt idx="590">
                <c:v>-173.595</c:v>
              </c:pt>
              <c:pt idx="591">
                <c:v>-68.734</c:v>
              </c:pt>
              <c:pt idx="592">
                <c:v>-156.79</c:v>
              </c:pt>
              <c:pt idx="593">
                <c:v>-74.475</c:v>
              </c:pt>
              <c:pt idx="594">
                <c:v>33.586</c:v>
              </c:pt>
              <c:pt idx="595">
                <c:v>-151.85</c:v>
              </c:pt>
              <c:pt idx="596">
                <c:v>7.876</c:v>
              </c:pt>
              <c:pt idx="597">
                <c:v>105.561</c:v>
              </c:pt>
              <c:pt idx="598">
                <c:v>-90.944</c:v>
              </c:pt>
              <c:pt idx="599">
                <c:v>-4.114</c:v>
              </c:pt>
              <c:pt idx="600">
                <c:v>43.142</c:v>
              </c:pt>
              <c:pt idx="601">
                <c:v>34.618</c:v>
              </c:pt>
              <c:pt idx="602">
                <c:v>33.546</c:v>
              </c:pt>
              <c:pt idx="603">
                <c:v>-30.059</c:v>
              </c:pt>
              <c:pt idx="604">
                <c:v>34.787</c:v>
              </c:pt>
              <c:pt idx="605">
                <c:v>93.992</c:v>
              </c:pt>
              <c:pt idx="606">
                <c:v>-57.289</c:v>
              </c:pt>
              <c:pt idx="607">
                <c:v>-131.268</c:v>
              </c:pt>
              <c:pt idx="608">
                <c:v>15.791</c:v>
              </c:pt>
              <c:pt idx="609">
                <c:v>-84.727</c:v>
              </c:pt>
              <c:pt idx="610">
                <c:v>18.742</c:v>
              </c:pt>
              <c:pt idx="611">
                <c:v>-39.344</c:v>
              </c:pt>
              <c:pt idx="612">
                <c:v>53.039</c:v>
              </c:pt>
              <c:pt idx="613">
                <c:v>-168.095</c:v>
              </c:pt>
              <c:pt idx="614">
                <c:v>-82.08</c:v>
              </c:pt>
              <c:pt idx="615">
                <c:v>-193.397</c:v>
              </c:pt>
              <c:pt idx="616">
                <c:v>-140.564</c:v>
              </c:pt>
              <c:pt idx="617">
                <c:v>-182.018</c:v>
              </c:pt>
              <c:pt idx="618">
                <c:v>105.303</c:v>
              </c:pt>
              <c:pt idx="619">
                <c:v>6.972</c:v>
              </c:pt>
              <c:pt idx="620">
                <c:v>-26.373</c:v>
              </c:pt>
              <c:pt idx="621">
                <c:v>-200.628</c:v>
              </c:pt>
              <c:pt idx="622">
                <c:v>-94.094</c:v>
              </c:pt>
              <c:pt idx="623">
                <c:v>17.127</c:v>
              </c:pt>
              <c:pt idx="624">
                <c:v>-9.442</c:v>
              </c:pt>
              <c:pt idx="625">
                <c:v>11.02</c:v>
              </c:pt>
              <c:pt idx="626">
                <c:v>-203.276</c:v>
              </c:pt>
              <c:pt idx="627">
                <c:v>-21.831</c:v>
              </c:pt>
              <c:pt idx="628">
                <c:v>-52.1</c:v>
              </c:pt>
              <c:pt idx="629">
                <c:v>-168.054</c:v>
              </c:pt>
              <c:pt idx="630">
                <c:v>-23.553</c:v>
              </c:pt>
              <c:pt idx="631">
                <c:v>-130.909</c:v>
              </c:pt>
              <c:pt idx="632">
                <c:v>-96.05</c:v>
              </c:pt>
              <c:pt idx="633">
                <c:v>23.842</c:v>
              </c:pt>
              <c:pt idx="634">
                <c:v>-114.231</c:v>
              </c:pt>
              <c:pt idx="635">
                <c:v>-44.471</c:v>
              </c:pt>
              <c:pt idx="636">
                <c:v>-120.509</c:v>
              </c:pt>
              <c:pt idx="637">
                <c:v>94.03</c:v>
              </c:pt>
              <c:pt idx="638">
                <c:v>-26.532</c:v>
              </c:pt>
              <c:pt idx="639">
                <c:v>47.611</c:v>
              </c:pt>
              <c:pt idx="640">
                <c:v>-52.716</c:v>
              </c:pt>
              <c:pt idx="641">
                <c:v>-11.345</c:v>
              </c:pt>
              <c:pt idx="642">
                <c:v>-23.916</c:v>
              </c:pt>
              <c:pt idx="643">
                <c:v>-59.112</c:v>
              </c:pt>
              <c:pt idx="644">
                <c:v>-64.042</c:v>
              </c:pt>
              <c:pt idx="645">
                <c:v>43.123</c:v>
              </c:pt>
              <c:pt idx="646">
                <c:v>49.761</c:v>
              </c:pt>
              <c:pt idx="647">
                <c:v>-165.653</c:v>
              </c:pt>
              <c:pt idx="648">
                <c:v>-190.179</c:v>
              </c:pt>
              <c:pt idx="649">
                <c:v>-78.001</c:v>
              </c:pt>
              <c:pt idx="650">
                <c:v>102.858</c:v>
              </c:pt>
              <c:pt idx="651">
                <c:v>-156.097</c:v>
              </c:pt>
              <c:pt idx="652">
                <c:v>107.023</c:v>
              </c:pt>
              <c:pt idx="653">
                <c:v>-210.071</c:v>
              </c:pt>
              <c:pt idx="654">
                <c:v>34.099</c:v>
              </c:pt>
              <c:pt idx="655">
                <c:v>-48.793</c:v>
              </c:pt>
              <c:pt idx="656">
                <c:v>36.306</c:v>
              </c:pt>
              <c:pt idx="657">
                <c:v>-207.186</c:v>
              </c:pt>
              <c:pt idx="658">
                <c:v>-147.369</c:v>
              </c:pt>
              <c:pt idx="659">
                <c:v>2.853</c:v>
              </c:pt>
              <c:pt idx="660">
                <c:v>-158.026</c:v>
              </c:pt>
              <c:pt idx="661">
                <c:v>-45.494</c:v>
              </c:pt>
              <c:pt idx="662">
                <c:v>-48.45</c:v>
              </c:pt>
              <c:pt idx="663">
                <c:v>-61.41</c:v>
              </c:pt>
              <c:pt idx="664">
                <c:v>37.11</c:v>
              </c:pt>
              <c:pt idx="665">
                <c:v>-132.951</c:v>
              </c:pt>
              <c:pt idx="666">
                <c:v>114.157</c:v>
              </c:pt>
              <c:pt idx="667">
                <c:v>-127.566</c:v>
              </c:pt>
              <c:pt idx="668">
                <c:v>46.123</c:v>
              </c:pt>
              <c:pt idx="669">
                <c:v>16.694</c:v>
              </c:pt>
              <c:pt idx="670">
                <c:v>29.561</c:v>
              </c:pt>
              <c:pt idx="671">
                <c:v>78.099</c:v>
              </c:pt>
              <c:pt idx="672">
                <c:v>-202.754</c:v>
              </c:pt>
              <c:pt idx="673">
                <c:v>-58.494</c:v>
              </c:pt>
              <c:pt idx="674">
                <c:v>-160.596</c:v>
              </c:pt>
              <c:pt idx="675">
                <c:v>-86.675</c:v>
              </c:pt>
              <c:pt idx="676">
                <c:v>-55.58</c:v>
              </c:pt>
              <c:pt idx="677">
                <c:v>-164.367</c:v>
              </c:pt>
              <c:pt idx="678">
                <c:v>-165.997</c:v>
              </c:pt>
              <c:pt idx="679">
                <c:v>-195.467</c:v>
              </c:pt>
              <c:pt idx="680">
                <c:v>45.507</c:v>
              </c:pt>
              <c:pt idx="681">
                <c:v>58.052</c:v>
              </c:pt>
              <c:pt idx="682">
                <c:v>-125.935</c:v>
              </c:pt>
              <c:pt idx="683">
                <c:v>-169.016</c:v>
              </c:pt>
              <c:pt idx="684">
                <c:v>-27.658</c:v>
              </c:pt>
              <c:pt idx="685">
                <c:v>17.662</c:v>
              </c:pt>
              <c:pt idx="686">
                <c:v>-51.405</c:v>
              </c:pt>
              <c:pt idx="687">
                <c:v>43.797</c:v>
              </c:pt>
              <c:pt idx="688">
                <c:v>-116.447</c:v>
              </c:pt>
              <c:pt idx="689">
                <c:v>6.348</c:v>
              </c:pt>
              <c:pt idx="690">
                <c:v>7.684</c:v>
              </c:pt>
              <c:pt idx="691">
                <c:v>-180.143</c:v>
              </c:pt>
              <c:pt idx="692">
                <c:v>38.587</c:v>
              </c:pt>
              <c:pt idx="693">
                <c:v>84.846</c:v>
              </c:pt>
              <c:pt idx="694">
                <c:v>-75.843</c:v>
              </c:pt>
              <c:pt idx="695">
                <c:v>-125.149</c:v>
              </c:pt>
              <c:pt idx="696">
                <c:v>110.52</c:v>
              </c:pt>
              <c:pt idx="697">
                <c:v>-8.479</c:v>
              </c:pt>
              <c:pt idx="698">
                <c:v>-41.866</c:v>
              </c:pt>
              <c:pt idx="699">
                <c:v>-191.256</c:v>
              </c:pt>
              <c:pt idx="700">
                <c:v>0.136</c:v>
              </c:pt>
              <c:pt idx="701">
                <c:v>74.763</c:v>
              </c:pt>
              <c:pt idx="702">
                <c:v>110.664</c:v>
              </c:pt>
              <c:pt idx="703">
                <c:v>-99.143</c:v>
              </c:pt>
              <c:pt idx="704">
                <c:v>-102.865</c:v>
              </c:pt>
              <c:pt idx="705">
                <c:v>-136.998</c:v>
              </c:pt>
              <c:pt idx="706">
                <c:v>65.254</c:v>
              </c:pt>
              <c:pt idx="707">
                <c:v>-41.525</c:v>
              </c:pt>
              <c:pt idx="708">
                <c:v>89.28</c:v>
              </c:pt>
              <c:pt idx="709">
                <c:v>-94.027</c:v>
              </c:pt>
              <c:pt idx="710">
                <c:v>-203.748</c:v>
              </c:pt>
              <c:pt idx="711">
                <c:v>58.016</c:v>
              </c:pt>
              <c:pt idx="712">
                <c:v>23.896</c:v>
              </c:pt>
              <c:pt idx="713">
                <c:v>57.767</c:v>
              </c:pt>
              <c:pt idx="714">
                <c:v>34.771</c:v>
              </c:pt>
              <c:pt idx="715">
                <c:v>-126.664</c:v>
              </c:pt>
              <c:pt idx="716">
                <c:v>-22.791</c:v>
              </c:pt>
              <c:pt idx="717">
                <c:v>-172.283</c:v>
              </c:pt>
              <c:pt idx="718">
                <c:v>-137.546</c:v>
              </c:pt>
              <c:pt idx="719">
                <c:v>30.941</c:v>
              </c:pt>
              <c:pt idx="720">
                <c:v>33.434</c:v>
              </c:pt>
              <c:pt idx="721">
                <c:v>-211.329</c:v>
              </c:pt>
              <c:pt idx="722">
                <c:v>90.71</c:v>
              </c:pt>
              <c:pt idx="723">
                <c:v>42.255</c:v>
              </c:pt>
              <c:pt idx="724">
                <c:v>-207.319</c:v>
              </c:pt>
              <c:pt idx="725">
                <c:v>-190.911</c:v>
              </c:pt>
              <c:pt idx="726">
                <c:v>8.134</c:v>
              </c:pt>
              <c:pt idx="727">
                <c:v>40.33</c:v>
              </c:pt>
              <c:pt idx="728">
                <c:v>-17.698</c:v>
              </c:pt>
              <c:pt idx="729">
                <c:v>109.184</c:v>
              </c:pt>
              <c:pt idx="730">
                <c:v>10.67</c:v>
              </c:pt>
              <c:pt idx="731">
                <c:v>96.385</c:v>
              </c:pt>
              <c:pt idx="732">
                <c:v>15.735</c:v>
              </c:pt>
              <c:pt idx="733">
                <c:v>-205.994</c:v>
              </c:pt>
              <c:pt idx="734">
                <c:v>-171.527</c:v>
              </c:pt>
              <c:pt idx="735">
                <c:v>-44.423</c:v>
              </c:pt>
              <c:pt idx="736">
                <c:v>-190.732</c:v>
              </c:pt>
              <c:pt idx="737">
                <c:v>18.454</c:v>
              </c:pt>
              <c:pt idx="738">
                <c:v>-201.449</c:v>
              </c:pt>
              <c:pt idx="739">
                <c:v>-62.568</c:v>
              </c:pt>
              <c:pt idx="740">
                <c:v>15.773</c:v>
              </c:pt>
              <c:pt idx="741">
                <c:v>108.427</c:v>
              </c:pt>
              <c:pt idx="742">
                <c:v>-186.733</c:v>
              </c:pt>
              <c:pt idx="743">
                <c:v>-69.723</c:v>
              </c:pt>
              <c:pt idx="744">
                <c:v>-141.641</c:v>
              </c:pt>
              <c:pt idx="745">
                <c:v>-7.826</c:v>
              </c:pt>
              <c:pt idx="746">
                <c:v>67.468</c:v>
              </c:pt>
              <c:pt idx="747">
                <c:v>-189.065</c:v>
              </c:pt>
              <c:pt idx="748">
                <c:v>-45.008</c:v>
              </c:pt>
              <c:pt idx="749">
                <c:v>-194.014</c:v>
              </c:pt>
              <c:pt idx="750">
                <c:v>5.67</c:v>
              </c:pt>
              <c:pt idx="751">
                <c:v>-163.942</c:v>
              </c:pt>
              <c:pt idx="752">
                <c:v>-188.602</c:v>
              </c:pt>
              <c:pt idx="753">
                <c:v>93.807</c:v>
              </c:pt>
              <c:pt idx="754">
                <c:v>-212.087</c:v>
              </c:pt>
              <c:pt idx="755">
                <c:v>4.083</c:v>
              </c:pt>
              <c:pt idx="756">
                <c:v>-205.566</c:v>
              </c:pt>
              <c:pt idx="757">
                <c:v>-191.274</c:v>
              </c:pt>
              <c:pt idx="758">
                <c:v>45.604</c:v>
              </c:pt>
              <c:pt idx="759">
                <c:v>32.631</c:v>
              </c:pt>
              <c:pt idx="760">
                <c:v>28.69</c:v>
              </c:pt>
              <c:pt idx="761">
                <c:v>33.037</c:v>
              </c:pt>
              <c:pt idx="762">
                <c:v>-6.398</c:v>
              </c:pt>
              <c:pt idx="763">
                <c:v>100.342</c:v>
              </c:pt>
              <c:pt idx="764">
                <c:v>-168.653</c:v>
              </c:pt>
              <c:pt idx="765">
                <c:v>-105.247</c:v>
              </c:pt>
              <c:pt idx="766">
                <c:v>20.069</c:v>
              </c:pt>
              <c:pt idx="767">
                <c:v>7.731</c:v>
              </c:pt>
              <c:pt idx="768">
                <c:v>-100.01</c:v>
              </c:pt>
              <c:pt idx="769">
                <c:v>-133.199</c:v>
              </c:pt>
              <c:pt idx="770">
                <c:v>-100.455</c:v>
              </c:pt>
              <c:pt idx="771">
                <c:v>102.245</c:v>
              </c:pt>
              <c:pt idx="772">
                <c:v>-59.321</c:v>
              </c:pt>
              <c:pt idx="773">
                <c:v>-52.77</c:v>
              </c:pt>
              <c:pt idx="774">
                <c:v>26.741</c:v>
              </c:pt>
              <c:pt idx="775">
                <c:v>-90.517</c:v>
              </c:pt>
              <c:pt idx="776">
                <c:v>63.768</c:v>
              </c:pt>
              <c:pt idx="777">
                <c:v>-209.226</c:v>
              </c:pt>
              <c:pt idx="778">
                <c:v>43.069</c:v>
              </c:pt>
              <c:pt idx="779">
                <c:v>75.904</c:v>
              </c:pt>
              <c:pt idx="780">
                <c:v>-125.121</c:v>
              </c:pt>
              <c:pt idx="781">
                <c:v>-188.473</c:v>
              </c:pt>
              <c:pt idx="782">
                <c:v>62.265</c:v>
              </c:pt>
              <c:pt idx="783">
                <c:v>39.022</c:v>
              </c:pt>
              <c:pt idx="784">
                <c:v>48.747</c:v>
              </c:pt>
              <c:pt idx="785">
                <c:v>50.053</c:v>
              </c:pt>
              <c:pt idx="786">
                <c:v>-123.819</c:v>
              </c:pt>
              <c:pt idx="787">
                <c:v>-63.884</c:v>
              </c:pt>
              <c:pt idx="788">
                <c:v>54.604</c:v>
              </c:pt>
              <c:pt idx="789">
                <c:v>-44.896</c:v>
              </c:pt>
              <c:pt idx="790">
                <c:v>49.437</c:v>
              </c:pt>
              <c:pt idx="791">
                <c:v>-6.532</c:v>
              </c:pt>
              <c:pt idx="792">
                <c:v>-117.024</c:v>
              </c:pt>
              <c:pt idx="793">
                <c:v>-21.225</c:v>
              </c:pt>
              <c:pt idx="794">
                <c:v>-42.785</c:v>
              </c:pt>
              <c:pt idx="795">
                <c:v>31.531</c:v>
              </c:pt>
              <c:pt idx="796">
                <c:v>39.309</c:v>
              </c:pt>
              <c:pt idx="797">
                <c:v>-187.238</c:v>
              </c:pt>
              <c:pt idx="798">
                <c:v>-182.899</c:v>
              </c:pt>
              <c:pt idx="799">
                <c:v>33.268</c:v>
              </c:pt>
              <c:pt idx="800">
                <c:v>50.482</c:v>
              </c:pt>
              <c:pt idx="801">
                <c:v>34.39</c:v>
              </c:pt>
              <c:pt idx="802">
                <c:v>-42.661</c:v>
              </c:pt>
              <c:pt idx="803">
                <c:v>-203.093</c:v>
              </c:pt>
              <c:pt idx="804">
                <c:v>-140.889</c:v>
              </c:pt>
              <c:pt idx="805">
                <c:v>62.819</c:v>
              </c:pt>
              <c:pt idx="806">
                <c:v>31.443</c:v>
              </c:pt>
              <c:pt idx="807">
                <c:v>65.499</c:v>
              </c:pt>
              <c:pt idx="808">
                <c:v>110.591</c:v>
              </c:pt>
              <c:pt idx="809">
                <c:v>57.296</c:v>
              </c:pt>
              <c:pt idx="810">
                <c:v>21.402</c:v>
              </c:pt>
              <c:pt idx="811">
                <c:v>24.234</c:v>
              </c:pt>
              <c:pt idx="812">
                <c:v>10.638</c:v>
              </c:pt>
              <c:pt idx="813">
                <c:v>-78.747</c:v>
              </c:pt>
              <c:pt idx="814">
                <c:v>-11.604</c:v>
              </c:pt>
              <c:pt idx="815">
                <c:v>-185.878</c:v>
              </c:pt>
              <c:pt idx="816">
                <c:v>-199.214</c:v>
              </c:pt>
              <c:pt idx="817">
                <c:v>27.107</c:v>
              </c:pt>
              <c:pt idx="818">
                <c:v>-35.342</c:v>
              </c:pt>
              <c:pt idx="819">
                <c:v>-212.169</c:v>
              </c:pt>
              <c:pt idx="820">
                <c:v>-175.653</c:v>
              </c:pt>
              <c:pt idx="821">
                <c:v>62.165</c:v>
              </c:pt>
              <c:pt idx="822">
                <c:v>-51.8</c:v>
              </c:pt>
              <c:pt idx="823">
                <c:v>-5.742</c:v>
              </c:pt>
              <c:pt idx="824">
                <c:v>-53.576</c:v>
              </c:pt>
              <c:pt idx="825">
                <c:v>-203.666</c:v>
              </c:pt>
              <c:pt idx="826">
                <c:v>-198.484</c:v>
              </c:pt>
              <c:pt idx="827">
                <c:v>-195.465</c:v>
              </c:pt>
              <c:pt idx="828">
                <c:v>110.858</c:v>
              </c:pt>
              <c:pt idx="829">
                <c:v>108.714</c:v>
              </c:pt>
              <c:pt idx="830">
                <c:v>100.719</c:v>
              </c:pt>
              <c:pt idx="831">
                <c:v>-204.989</c:v>
              </c:pt>
              <c:pt idx="832">
                <c:v>0.224</c:v>
              </c:pt>
              <c:pt idx="833">
                <c:v>-97.479</c:v>
              </c:pt>
              <c:pt idx="834">
                <c:v>25.994</c:v>
              </c:pt>
              <c:pt idx="835">
                <c:v>-189.521</c:v>
              </c:pt>
              <c:pt idx="836">
                <c:v>-197.761</c:v>
              </c:pt>
              <c:pt idx="837">
                <c:v>-176.88</c:v>
              </c:pt>
              <c:pt idx="838">
                <c:v>-55.703</c:v>
              </c:pt>
              <c:pt idx="839">
                <c:v>106.281</c:v>
              </c:pt>
              <c:pt idx="840">
                <c:v>-98.429</c:v>
              </c:pt>
              <c:pt idx="841">
                <c:v>37.957</c:v>
              </c:pt>
              <c:pt idx="842">
                <c:v>-49.656</c:v>
              </c:pt>
              <c:pt idx="843">
                <c:v>88.938</c:v>
              </c:pt>
              <c:pt idx="844">
                <c:v>30.753</c:v>
              </c:pt>
              <c:pt idx="845">
                <c:v>-187.117</c:v>
              </c:pt>
              <c:pt idx="846">
                <c:v>-80.945</c:v>
              </c:pt>
              <c:pt idx="847">
                <c:v>5.744</c:v>
              </c:pt>
              <c:pt idx="848">
                <c:v>-202.534</c:v>
              </c:pt>
              <c:pt idx="849">
                <c:v>-27.543</c:v>
              </c:pt>
              <c:pt idx="850">
                <c:v>-193.735</c:v>
              </c:pt>
              <c:pt idx="851">
                <c:v>40.94</c:v>
              </c:pt>
              <c:pt idx="852">
                <c:v>46.576</c:v>
              </c:pt>
              <c:pt idx="853">
                <c:v>-27.218</c:v>
              </c:pt>
              <c:pt idx="854">
                <c:v>-149.228</c:v>
              </c:pt>
              <c:pt idx="855">
                <c:v>35.246</c:v>
              </c:pt>
              <c:pt idx="856">
                <c:v>-32.951</c:v>
              </c:pt>
              <c:pt idx="857">
                <c:v>-155.886</c:v>
              </c:pt>
              <c:pt idx="858">
                <c:v>-39.8</c:v>
              </c:pt>
              <c:pt idx="859">
                <c:v>16.024</c:v>
              </c:pt>
              <c:pt idx="860">
                <c:v>12.965</c:v>
              </c:pt>
              <c:pt idx="861">
                <c:v>23.592</c:v>
              </c:pt>
              <c:pt idx="862">
                <c:v>-170.346</c:v>
              </c:pt>
              <c:pt idx="863">
                <c:v>-173.951</c:v>
              </c:pt>
              <c:pt idx="864">
                <c:v>-163.651</c:v>
              </c:pt>
              <c:pt idx="865">
                <c:v>109.527</c:v>
              </c:pt>
              <c:pt idx="866">
                <c:v>96.012</c:v>
              </c:pt>
              <c:pt idx="867">
                <c:v>-156.582</c:v>
              </c:pt>
              <c:pt idx="868">
                <c:v>-142.272</c:v>
              </c:pt>
              <c:pt idx="869">
                <c:v>-11.214</c:v>
              </c:pt>
              <c:pt idx="870">
                <c:v>37.629</c:v>
              </c:pt>
              <c:pt idx="871">
                <c:v>-137.738</c:v>
              </c:pt>
              <c:pt idx="872">
                <c:v>-176.679</c:v>
              </c:pt>
              <c:pt idx="873">
                <c:v>-6.677</c:v>
              </c:pt>
              <c:pt idx="874">
                <c:v>43.646</c:v>
              </c:pt>
              <c:pt idx="875">
                <c:v>112.64</c:v>
              </c:pt>
              <c:pt idx="876">
                <c:v>55.678</c:v>
              </c:pt>
              <c:pt idx="877">
                <c:v>-81.433</c:v>
              </c:pt>
              <c:pt idx="878">
                <c:v>-79.367</c:v>
              </c:pt>
              <c:pt idx="879">
                <c:v>30.935</c:v>
              </c:pt>
              <c:pt idx="880">
                <c:v>94.164</c:v>
              </c:pt>
              <c:pt idx="881">
                <c:v>-192.358</c:v>
              </c:pt>
              <c:pt idx="882">
                <c:v>-55.553</c:v>
              </c:pt>
              <c:pt idx="883">
                <c:v>-207.986</c:v>
              </c:pt>
              <c:pt idx="884">
                <c:v>-178.085</c:v>
              </c:pt>
              <c:pt idx="885">
                <c:v>49.19</c:v>
              </c:pt>
              <c:pt idx="886">
                <c:v>4.533</c:v>
              </c:pt>
              <c:pt idx="887">
                <c:v>-31.488</c:v>
              </c:pt>
              <c:pt idx="888">
                <c:v>15.891</c:v>
              </c:pt>
              <c:pt idx="889">
                <c:v>-34.233</c:v>
              </c:pt>
              <c:pt idx="890">
                <c:v>-129.352</c:v>
              </c:pt>
              <c:pt idx="891">
                <c:v>25.404</c:v>
              </c:pt>
              <c:pt idx="892">
                <c:v>-107.502</c:v>
              </c:pt>
              <c:pt idx="893">
                <c:v>-41.471</c:v>
              </c:pt>
              <c:pt idx="894">
                <c:v>17.529</c:v>
              </c:pt>
              <c:pt idx="895">
                <c:v>40.874</c:v>
              </c:pt>
              <c:pt idx="896">
                <c:v>-6.511</c:v>
              </c:pt>
              <c:pt idx="897">
                <c:v>39.613</c:v>
              </c:pt>
              <c:pt idx="898">
                <c:v>-0.245</c:v>
              </c:pt>
              <c:pt idx="899">
                <c:v>-55.12</c:v>
              </c:pt>
              <c:pt idx="900">
                <c:v>-124.113</c:v>
              </c:pt>
              <c:pt idx="901">
                <c:v>34.734</c:v>
              </c:pt>
              <c:pt idx="902">
                <c:v>30.287</c:v>
              </c:pt>
              <c:pt idx="903">
                <c:v>-47.259</c:v>
              </c:pt>
              <c:pt idx="904">
                <c:v>67.438</c:v>
              </c:pt>
              <c:pt idx="905">
                <c:v>19.285</c:v>
              </c:pt>
              <c:pt idx="906">
                <c:v>-60.979</c:v>
              </c:pt>
              <c:pt idx="907">
                <c:v>23.325</c:v>
              </c:pt>
              <c:pt idx="908">
                <c:v>-102.728</c:v>
              </c:pt>
              <c:pt idx="909">
                <c:v>18.472</c:v>
              </c:pt>
              <c:pt idx="910">
                <c:v>-27.472</c:v>
              </c:pt>
              <c:pt idx="911">
                <c:v>-46.249</c:v>
              </c:pt>
              <c:pt idx="912">
                <c:v>29.13</c:v>
              </c:pt>
              <c:pt idx="913">
                <c:v>-164.315</c:v>
              </c:pt>
              <c:pt idx="914">
                <c:v>53.828</c:v>
              </c:pt>
              <c:pt idx="915">
                <c:v>-115.845</c:v>
              </c:pt>
              <c:pt idx="916">
                <c:v>72.104</c:v>
              </c:pt>
              <c:pt idx="917">
                <c:v>-140.998</c:v>
              </c:pt>
              <c:pt idx="918">
                <c:v>40.666</c:v>
              </c:pt>
              <c:pt idx="919">
                <c:v>-29.131</c:v>
              </c:pt>
              <c:pt idx="920">
                <c:v>-210.966</c:v>
              </c:pt>
              <c:pt idx="921">
                <c:v>-49.827</c:v>
              </c:pt>
              <c:pt idx="922">
                <c:v>-146.368</c:v>
              </c:pt>
              <c:pt idx="923">
                <c:v>-39.571</c:v>
              </c:pt>
              <c:pt idx="924">
                <c:v>-5.999</c:v>
              </c:pt>
              <c:pt idx="925">
                <c:v>6.885</c:v>
              </c:pt>
              <c:pt idx="926">
                <c:v>-31.951</c:v>
              </c:pt>
              <c:pt idx="927">
                <c:v>-126.689</c:v>
              </c:pt>
              <c:pt idx="928">
                <c:v>-142.512</c:v>
              </c:pt>
              <c:pt idx="929">
                <c:v>-33.695</c:v>
              </c:pt>
              <c:pt idx="930">
                <c:v>45.799</c:v>
              </c:pt>
              <c:pt idx="931">
                <c:v>15.966</c:v>
              </c:pt>
              <c:pt idx="932">
                <c:v>-195.518</c:v>
              </c:pt>
              <c:pt idx="933">
                <c:v>34.041</c:v>
              </c:pt>
              <c:pt idx="934">
                <c:v>-97.748</c:v>
              </c:pt>
              <c:pt idx="935">
                <c:v>18.995</c:v>
              </c:pt>
              <c:pt idx="936">
                <c:v>-145.866</c:v>
              </c:pt>
              <c:pt idx="937">
                <c:v>-123.652</c:v>
              </c:pt>
              <c:pt idx="938">
                <c:v>4.214</c:v>
              </c:pt>
              <c:pt idx="939">
                <c:v>87.186</c:v>
              </c:pt>
              <c:pt idx="940">
                <c:v>-5.398</c:v>
              </c:pt>
              <c:pt idx="941">
                <c:v>110.472</c:v>
              </c:pt>
              <c:pt idx="942">
                <c:v>14.527</c:v>
              </c:pt>
              <c:pt idx="943">
                <c:v>26.666</c:v>
              </c:pt>
              <c:pt idx="944">
                <c:v>-182.928</c:v>
              </c:pt>
              <c:pt idx="945">
                <c:v>-19.32</c:v>
              </c:pt>
              <c:pt idx="946">
                <c:v>-11.428</c:v>
              </c:pt>
              <c:pt idx="947">
                <c:v>-196.116</c:v>
              </c:pt>
              <c:pt idx="948">
                <c:v>24.783</c:v>
              </c:pt>
              <c:pt idx="949">
                <c:v>-3.44</c:v>
              </c:pt>
              <c:pt idx="950">
                <c:v>-56.205</c:v>
              </c:pt>
              <c:pt idx="951">
                <c:v>108.722</c:v>
              </c:pt>
              <c:pt idx="952">
                <c:v>-17.282</c:v>
              </c:pt>
              <c:pt idx="953">
                <c:v>36.566</c:v>
              </c:pt>
              <c:pt idx="954">
                <c:v>-89.121</c:v>
              </c:pt>
              <c:pt idx="955">
                <c:v>-56.462</c:v>
              </c:pt>
              <c:pt idx="956">
                <c:v>-207.471</c:v>
              </c:pt>
              <c:pt idx="957">
                <c:v>62.657</c:v>
              </c:pt>
              <c:pt idx="958">
                <c:v>28.752</c:v>
              </c:pt>
              <c:pt idx="959">
                <c:v>42.872</c:v>
              </c:pt>
              <c:pt idx="960">
                <c:v>23.313</c:v>
              </c:pt>
              <c:pt idx="961">
                <c:v>58.053</c:v>
              </c:pt>
              <c:pt idx="962">
                <c:v>-0.392</c:v>
              </c:pt>
              <c:pt idx="963">
                <c:v>-145.55</c:v>
              </c:pt>
              <c:pt idx="964">
                <c:v>27.229</c:v>
              </c:pt>
              <c:pt idx="965">
                <c:v>-166.155</c:v>
              </c:pt>
              <c:pt idx="966">
                <c:v>-175.042</c:v>
              </c:pt>
              <c:pt idx="967">
                <c:v>-210.847</c:v>
              </c:pt>
              <c:pt idx="968">
                <c:v>11.843</c:v>
              </c:pt>
              <c:pt idx="969">
                <c:v>-49.125</c:v>
              </c:pt>
              <c:pt idx="970">
                <c:v>-64.805</c:v>
              </c:pt>
              <c:pt idx="971">
                <c:v>-136.531</c:v>
              </c:pt>
              <c:pt idx="972">
                <c:v>15.186</c:v>
              </c:pt>
              <c:pt idx="973">
                <c:v>63.201</c:v>
              </c:pt>
              <c:pt idx="974">
                <c:v>90.558</c:v>
              </c:pt>
              <c:pt idx="975">
                <c:v>-186.174</c:v>
              </c:pt>
              <c:pt idx="976">
                <c:v>18.904</c:v>
              </c:pt>
              <c:pt idx="977">
                <c:v>0.506</c:v>
              </c:pt>
              <c:pt idx="978">
                <c:v>-182.624</c:v>
              </c:pt>
              <c:pt idx="979">
                <c:v>81.335</c:v>
              </c:pt>
              <c:pt idx="980">
                <c:v>-114.315</c:v>
              </c:pt>
              <c:pt idx="981">
                <c:v>37.856</c:v>
              </c:pt>
              <c:pt idx="982">
                <c:v>-86.368</c:v>
              </c:pt>
              <c:pt idx="983">
                <c:v>-6.721</c:v>
              </c:pt>
              <c:pt idx="984">
                <c:v>44.803</c:v>
              </c:pt>
              <c:pt idx="985">
                <c:v>37.301</c:v>
              </c:pt>
              <c:pt idx="986">
                <c:v>56.542</c:v>
              </c:pt>
              <c:pt idx="987">
                <c:v>41.777</c:v>
              </c:pt>
              <c:pt idx="988">
                <c:v>11.471</c:v>
              </c:pt>
              <c:pt idx="989">
                <c:v>109.16</c:v>
              </c:pt>
              <c:pt idx="990">
                <c:v>99.308</c:v>
              </c:pt>
              <c:pt idx="991">
                <c:v>-3.439</c:v>
              </c:pt>
              <c:pt idx="992">
                <c:v>-194.436</c:v>
              </c:pt>
              <c:pt idx="993">
                <c:v>-89.341</c:v>
              </c:pt>
              <c:pt idx="994">
                <c:v>-36.133</c:v>
              </c:pt>
              <c:pt idx="995">
                <c:v>-4.066</c:v>
              </c:pt>
              <c:pt idx="996">
                <c:v>-18.621</c:v>
              </c:pt>
              <c:pt idx="997">
                <c:v>-195.69</c:v>
              </c:pt>
              <c:pt idx="998">
                <c:v>44.738</c:v>
              </c:pt>
              <c:pt idx="999">
                <c:v>-121.469</c:v>
              </c:pt>
              <c:pt idx="1000">
                <c:v>68.499</c:v>
              </c:pt>
              <c:pt idx="1001">
                <c:v>90.642</c:v>
              </c:pt>
              <c:pt idx="1002">
                <c:v>-16.625</c:v>
              </c:pt>
              <c:pt idx="1003">
                <c:v>7.614</c:v>
              </c:pt>
              <c:pt idx="1004">
                <c:v>-211.572</c:v>
              </c:pt>
              <c:pt idx="1005">
                <c:v>-37.399</c:v>
              </c:pt>
              <c:pt idx="1006">
                <c:v>-153.977</c:v>
              </c:pt>
              <c:pt idx="1007">
                <c:v>20.111</c:v>
              </c:pt>
              <c:pt idx="1008">
                <c:v>33.405</c:v>
              </c:pt>
              <c:pt idx="1009">
                <c:v>-59.124</c:v>
              </c:pt>
              <c:pt idx="1010">
                <c:v>-80.067</c:v>
              </c:pt>
              <c:pt idx="1011">
                <c:v>-116.9</c:v>
              </c:pt>
              <c:pt idx="1012">
                <c:v>-208.165</c:v>
              </c:pt>
              <c:pt idx="1013">
                <c:v>9.4</c:v>
              </c:pt>
              <c:pt idx="1014">
                <c:v>10.216</c:v>
              </c:pt>
              <c:pt idx="1015">
                <c:v>6.518</c:v>
              </c:pt>
              <c:pt idx="1016">
                <c:v>48.073</c:v>
              </c:pt>
              <c:pt idx="1017">
                <c:v>-182.183</c:v>
              </c:pt>
              <c:pt idx="1018">
                <c:v>-71.093</c:v>
              </c:pt>
              <c:pt idx="1019">
                <c:v>-56.262</c:v>
              </c:pt>
              <c:pt idx="1020">
                <c:v>-37.993</c:v>
              </c:pt>
              <c:pt idx="1021">
                <c:v>-105.775</c:v>
              </c:pt>
              <c:pt idx="1022">
                <c:v>74.067</c:v>
              </c:pt>
              <c:pt idx="1023">
                <c:v>-208.221</c:v>
              </c:pt>
              <c:pt idx="1024">
                <c:v>49.464</c:v>
              </c:pt>
              <c:pt idx="1025">
                <c:v>-48.918</c:v>
              </c:pt>
              <c:pt idx="1026">
                <c:v>-20.814</c:v>
              </c:pt>
              <c:pt idx="1027">
                <c:v>-208.981</c:v>
              </c:pt>
              <c:pt idx="1028">
                <c:v>106.628</c:v>
              </c:pt>
              <c:pt idx="1029">
                <c:v>-214.436</c:v>
              </c:pt>
              <c:pt idx="1030">
                <c:v>3.548</c:v>
              </c:pt>
              <c:pt idx="1031">
                <c:v>-54.474</c:v>
              </c:pt>
              <c:pt idx="1032">
                <c:v>51.933</c:v>
              </c:pt>
              <c:pt idx="1033">
                <c:v>-50.737</c:v>
              </c:pt>
              <c:pt idx="1034">
                <c:v>-47.2</c:v>
              </c:pt>
              <c:pt idx="1035">
                <c:v>-156.612</c:v>
              </c:pt>
              <c:pt idx="1036">
                <c:v>47.721</c:v>
              </c:pt>
              <c:pt idx="1037">
                <c:v>-198.136</c:v>
              </c:pt>
              <c:pt idx="1038">
                <c:v>-195.422</c:v>
              </c:pt>
              <c:pt idx="1039">
                <c:v>-27.984</c:v>
              </c:pt>
              <c:pt idx="1040">
                <c:v>-33.409</c:v>
              </c:pt>
              <c:pt idx="1041">
                <c:v>-100.256</c:v>
              </c:pt>
              <c:pt idx="1042">
                <c:v>-53.912</c:v>
              </c:pt>
              <c:pt idx="1043">
                <c:v>74.448</c:v>
              </c:pt>
              <c:pt idx="1044">
                <c:v>47.061</c:v>
              </c:pt>
              <c:pt idx="1045">
                <c:v>-191.729</c:v>
              </c:pt>
              <c:pt idx="1046">
                <c:v>-95.546</c:v>
              </c:pt>
              <c:pt idx="1047">
                <c:v>-58.382</c:v>
              </c:pt>
              <c:pt idx="1048">
                <c:v>-200.457</c:v>
              </c:pt>
              <c:pt idx="1049">
                <c:v>113.366</c:v>
              </c:pt>
              <c:pt idx="1050">
                <c:v>-200.603</c:v>
              </c:pt>
              <c:pt idx="1051">
                <c:v>10.631</c:v>
              </c:pt>
              <c:pt idx="1052">
                <c:v>-204.398</c:v>
              </c:pt>
              <c:pt idx="1053">
                <c:v>-35.39</c:v>
              </c:pt>
              <c:pt idx="1054">
                <c:v>98.656</c:v>
              </c:pt>
              <c:pt idx="1055">
                <c:v>30.169</c:v>
              </c:pt>
              <c:pt idx="1056">
                <c:v>-64.362</c:v>
              </c:pt>
              <c:pt idx="1057">
                <c:v>11.618</c:v>
              </c:pt>
              <c:pt idx="1058">
                <c:v>-7.407</c:v>
              </c:pt>
              <c:pt idx="1059">
                <c:v>-99.967</c:v>
              </c:pt>
              <c:pt idx="1060">
                <c:v>-60.095</c:v>
              </c:pt>
              <c:pt idx="1061">
                <c:v>-6.367</c:v>
              </c:pt>
              <c:pt idx="1062">
                <c:v>-102.24</c:v>
              </c:pt>
              <c:pt idx="1063">
                <c:v>-16.771</c:v>
              </c:pt>
              <c:pt idx="1064">
                <c:v>-165.743</c:v>
              </c:pt>
              <c:pt idx="1065">
                <c:v>-71.572</c:v>
              </c:pt>
              <c:pt idx="1066">
                <c:v>3.176</c:v>
              </c:pt>
              <c:pt idx="1067">
                <c:v>-24.128</c:v>
              </c:pt>
              <c:pt idx="1068">
                <c:v>93.043</c:v>
              </c:pt>
              <c:pt idx="1069">
                <c:v>-186.07</c:v>
              </c:pt>
              <c:pt idx="1070">
                <c:v>110.805</c:v>
              </c:pt>
              <c:pt idx="1071">
                <c:v>-201.224</c:v>
              </c:pt>
              <c:pt idx="1072">
                <c:v>-23.014</c:v>
              </c:pt>
              <c:pt idx="1073">
                <c:v>-174.747</c:v>
              </c:pt>
              <c:pt idx="1074">
                <c:v>47.165</c:v>
              </c:pt>
              <c:pt idx="1075">
                <c:v>-156.883</c:v>
              </c:pt>
              <c:pt idx="1076">
                <c:v>8.895</c:v>
              </c:pt>
              <c:pt idx="1077">
                <c:v>78.026</c:v>
              </c:pt>
              <c:pt idx="1078">
                <c:v>-55.401</c:v>
              </c:pt>
              <c:pt idx="1079">
                <c:v>-46.448</c:v>
              </c:pt>
              <c:pt idx="1080">
                <c:v>-180.324</c:v>
              </c:pt>
              <c:pt idx="1081">
                <c:v>-124.216</c:v>
              </c:pt>
              <c:pt idx="1082">
                <c:v>-213.203</c:v>
              </c:pt>
              <c:pt idx="1083">
                <c:v>-198.729</c:v>
              </c:pt>
              <c:pt idx="1084">
                <c:v>-176.642</c:v>
              </c:pt>
              <c:pt idx="1085">
                <c:v>-58.526</c:v>
              </c:pt>
              <c:pt idx="1086">
                <c:v>-79.289</c:v>
              </c:pt>
              <c:pt idx="1087">
                <c:v>12.637</c:v>
              </c:pt>
              <c:pt idx="1088">
                <c:v>69.594</c:v>
              </c:pt>
              <c:pt idx="1089">
                <c:v>106.091</c:v>
              </c:pt>
              <c:pt idx="1090">
                <c:v>22.518</c:v>
              </c:pt>
              <c:pt idx="1091">
                <c:v>-8.52</c:v>
              </c:pt>
              <c:pt idx="1092">
                <c:v>-197.222</c:v>
              </c:pt>
              <c:pt idx="1093">
                <c:v>-166.408</c:v>
              </c:pt>
              <c:pt idx="1094">
                <c:v>-52.193</c:v>
              </c:pt>
              <c:pt idx="1095">
                <c:v>-50.821</c:v>
              </c:pt>
              <c:pt idx="1096">
                <c:v>-109.225</c:v>
              </c:pt>
              <c:pt idx="1097">
                <c:v>-200.012</c:v>
              </c:pt>
              <c:pt idx="1098">
                <c:v>112.799</c:v>
              </c:pt>
              <c:pt idx="1099">
                <c:v>97.204</c:v>
              </c:pt>
              <c:pt idx="1100">
                <c:v>-8.021</c:v>
              </c:pt>
              <c:pt idx="1101">
                <c:v>-196.179</c:v>
              </c:pt>
              <c:pt idx="1102">
                <c:v>62.692</c:v>
              </c:pt>
              <c:pt idx="1103">
                <c:v>41.384</c:v>
              </c:pt>
              <c:pt idx="1104">
                <c:v>-13.777</c:v>
              </c:pt>
              <c:pt idx="1105">
                <c:v>0.938</c:v>
              </c:pt>
              <c:pt idx="1106">
                <c:v>-30.134</c:v>
              </c:pt>
              <c:pt idx="1107">
                <c:v>-207.576</c:v>
              </c:pt>
              <c:pt idx="1108">
                <c:v>41.606</c:v>
              </c:pt>
              <c:pt idx="1109">
                <c:v>-136.496</c:v>
              </c:pt>
              <c:pt idx="1110">
                <c:v>7.884</c:v>
              </c:pt>
              <c:pt idx="1111">
                <c:v>-188.245</c:v>
              </c:pt>
              <c:pt idx="1112">
                <c:v>-24.446</c:v>
              </c:pt>
              <c:pt idx="1113">
                <c:v>-103.685</c:v>
              </c:pt>
              <c:pt idx="1114">
                <c:v>-75.089</c:v>
              </c:pt>
              <c:pt idx="1115">
                <c:v>56.396</c:v>
              </c:pt>
              <c:pt idx="1116">
                <c:v>-87.316</c:v>
              </c:pt>
              <c:pt idx="1117">
                <c:v>-191.348</c:v>
              </c:pt>
              <c:pt idx="1118">
                <c:v>40.664</c:v>
              </c:pt>
              <c:pt idx="1119">
                <c:v>26.508</c:v>
              </c:pt>
              <c:pt idx="1120">
                <c:v>-96.601</c:v>
              </c:pt>
              <c:pt idx="1121">
                <c:v>-2.31</c:v>
              </c:pt>
              <c:pt idx="1122">
                <c:v>28.745</c:v>
              </c:pt>
              <c:pt idx="1123">
                <c:v>95.62</c:v>
              </c:pt>
              <c:pt idx="1124">
                <c:v>-212.166</c:v>
              </c:pt>
              <c:pt idx="1125">
                <c:v>-144.288</c:v>
              </c:pt>
              <c:pt idx="1126">
                <c:v>12.326</c:v>
              </c:pt>
              <c:pt idx="1127">
                <c:v>-188.093</c:v>
              </c:pt>
              <c:pt idx="1128">
                <c:v>-211.945</c:v>
              </c:pt>
              <c:pt idx="1129">
                <c:v>-10.005</c:v>
              </c:pt>
              <c:pt idx="1130">
                <c:v>-29.082</c:v>
              </c:pt>
              <c:pt idx="1131">
                <c:v>-172.374</c:v>
              </c:pt>
              <c:pt idx="1132">
                <c:v>-46.636</c:v>
              </c:pt>
              <c:pt idx="1133">
                <c:v>9.46</c:v>
              </c:pt>
              <c:pt idx="1134">
                <c:v>-41.843</c:v>
              </c:pt>
              <c:pt idx="1135">
                <c:v>-24.614</c:v>
              </c:pt>
              <c:pt idx="1136">
                <c:v>-62.876</c:v>
              </c:pt>
              <c:pt idx="1137">
                <c:v>-57.085</c:v>
              </c:pt>
              <c:pt idx="1138">
                <c:v>-180.363</c:v>
              </c:pt>
              <c:pt idx="1139">
                <c:v>-0.854</c:v>
              </c:pt>
              <c:pt idx="1140">
                <c:v>-20.295</c:v>
              </c:pt>
              <c:pt idx="1141">
                <c:v>-167.404</c:v>
              </c:pt>
              <c:pt idx="1142">
                <c:v>-152.207</c:v>
              </c:pt>
              <c:pt idx="1143">
                <c:v>-206.568</c:v>
              </c:pt>
              <c:pt idx="1144">
                <c:v>64.346</c:v>
              </c:pt>
              <c:pt idx="1145">
                <c:v>-212.877</c:v>
              </c:pt>
              <c:pt idx="1146">
                <c:v>-4.071</c:v>
              </c:pt>
              <c:pt idx="1147">
                <c:v>-191.188</c:v>
              </c:pt>
              <c:pt idx="1148">
                <c:v>42.428</c:v>
              </c:pt>
              <c:pt idx="1149">
                <c:v>25.079</c:v>
              </c:pt>
              <c:pt idx="1150">
                <c:v>-7.599</c:v>
              </c:pt>
              <c:pt idx="1151">
                <c:v>14.655</c:v>
              </c:pt>
              <c:pt idx="1152">
                <c:v>-146.062</c:v>
              </c:pt>
              <c:pt idx="1153">
                <c:v>26.752</c:v>
              </c:pt>
              <c:pt idx="1154">
                <c:v>5.659</c:v>
              </c:pt>
              <c:pt idx="1155">
                <c:v>-122.522</c:v>
              </c:pt>
              <c:pt idx="1156">
                <c:v>-152.726</c:v>
              </c:pt>
              <c:pt idx="1157">
                <c:v>21.429</c:v>
              </c:pt>
              <c:pt idx="1158">
                <c:v>-28.763</c:v>
              </c:pt>
              <c:pt idx="1159">
                <c:v>-57.654</c:v>
              </c:pt>
              <c:pt idx="1160">
                <c:v>-19.195</c:v>
              </c:pt>
              <c:pt idx="1161">
                <c:v>-63.52</c:v>
              </c:pt>
              <c:pt idx="1162">
                <c:v>13.156</c:v>
              </c:pt>
              <c:pt idx="1163">
                <c:v>-188.434</c:v>
              </c:pt>
              <c:pt idx="1164">
                <c:v>-46.824</c:v>
              </c:pt>
              <c:pt idx="1165">
                <c:v>111.194</c:v>
              </c:pt>
              <c:pt idx="1166">
                <c:v>3.574</c:v>
              </c:pt>
              <c:pt idx="1167">
                <c:v>22.373</c:v>
              </c:pt>
              <c:pt idx="1168">
                <c:v>-144.593</c:v>
              </c:pt>
              <c:pt idx="1169">
                <c:v>-191.643</c:v>
              </c:pt>
              <c:pt idx="1170">
                <c:v>-29.538</c:v>
              </c:pt>
              <c:pt idx="1171">
                <c:v>107.017</c:v>
              </c:pt>
              <c:pt idx="1172">
                <c:v>-94.596</c:v>
              </c:pt>
              <c:pt idx="1173">
                <c:v>-17.493</c:v>
              </c:pt>
              <c:pt idx="1174">
                <c:v>-20.265</c:v>
              </c:pt>
              <c:pt idx="1175">
                <c:v>28.981</c:v>
              </c:pt>
              <c:pt idx="1176">
                <c:v>-40.953</c:v>
              </c:pt>
              <c:pt idx="1177">
                <c:v>5.852</c:v>
              </c:pt>
              <c:pt idx="1178">
                <c:v>10.216</c:v>
              </c:pt>
              <c:pt idx="1179">
                <c:v>-81.868</c:v>
              </c:pt>
              <c:pt idx="1180">
                <c:v>-97.514</c:v>
              </c:pt>
              <c:pt idx="1181">
                <c:v>39.918</c:v>
              </c:pt>
              <c:pt idx="1182">
                <c:v>-38.885</c:v>
              </c:pt>
              <c:pt idx="1183">
                <c:v>-55.791</c:v>
              </c:pt>
              <c:pt idx="1184">
                <c:v>-154.855</c:v>
              </c:pt>
              <c:pt idx="1185">
                <c:v>-113.234</c:v>
              </c:pt>
              <c:pt idx="1186">
                <c:v>3.152</c:v>
              </c:pt>
              <c:pt idx="1187">
                <c:v>-26.059</c:v>
              </c:pt>
              <c:pt idx="1188">
                <c:v>-191.666</c:v>
              </c:pt>
              <c:pt idx="1189">
                <c:v>-32.127</c:v>
              </c:pt>
              <c:pt idx="1190">
                <c:v>-167.778</c:v>
              </c:pt>
              <c:pt idx="1191">
                <c:v>94.841</c:v>
              </c:pt>
              <c:pt idx="1192">
                <c:v>-54.127</c:v>
              </c:pt>
              <c:pt idx="1193">
                <c:v>33.23</c:v>
              </c:pt>
              <c:pt idx="1194">
                <c:v>-208.601</c:v>
              </c:pt>
              <c:pt idx="1195">
                <c:v>-183.814</c:v>
              </c:pt>
              <c:pt idx="1196">
                <c:v>-135.001</c:v>
              </c:pt>
              <c:pt idx="1197">
                <c:v>47.424</c:v>
              </c:pt>
              <c:pt idx="1198">
                <c:v>-191.722</c:v>
              </c:pt>
              <c:pt idx="1199">
                <c:v>105.646</c:v>
              </c:pt>
              <c:pt idx="1200">
                <c:v>-207.669</c:v>
              </c:pt>
              <c:pt idx="1201">
                <c:v>-32.752</c:v>
              </c:pt>
              <c:pt idx="1202">
                <c:v>-48.309</c:v>
              </c:pt>
              <c:pt idx="1203">
                <c:v>-153.654</c:v>
              </c:pt>
              <c:pt idx="1204">
                <c:v>40.944</c:v>
              </c:pt>
              <c:pt idx="1205">
                <c:v>-190.049</c:v>
              </c:pt>
              <c:pt idx="1206">
                <c:v>-13.812</c:v>
              </c:pt>
              <c:pt idx="1207">
                <c:v>101.356</c:v>
              </c:pt>
              <c:pt idx="1208">
                <c:v>-207.196</c:v>
              </c:pt>
              <c:pt idx="1209">
                <c:v>-78.602</c:v>
              </c:pt>
              <c:pt idx="1210">
                <c:v>-54.952</c:v>
              </c:pt>
              <c:pt idx="1211">
                <c:v>-191.209</c:v>
              </c:pt>
              <c:pt idx="1212">
                <c:v>-143.129</c:v>
              </c:pt>
              <c:pt idx="1213">
                <c:v>92.066</c:v>
              </c:pt>
              <c:pt idx="1214">
                <c:v>0.109</c:v>
              </c:pt>
              <c:pt idx="1215">
                <c:v>-57.128</c:v>
              </c:pt>
              <c:pt idx="1216">
                <c:v>-53.445</c:v>
              </c:pt>
              <c:pt idx="1217">
                <c:v>-54.61</c:v>
              </c:pt>
              <c:pt idx="1218">
                <c:v>-74.254</c:v>
              </c:pt>
              <c:pt idx="1219">
                <c:v>-122.227</c:v>
              </c:pt>
              <c:pt idx="1220">
                <c:v>-214.048</c:v>
              </c:pt>
              <c:pt idx="1221">
                <c:v>81.941</c:v>
              </c:pt>
              <c:pt idx="1222">
                <c:v>48.005</c:v>
              </c:pt>
              <c:pt idx="1223">
                <c:v>-207.512</c:v>
              </c:pt>
              <c:pt idx="1224">
                <c:v>25.396</c:v>
              </c:pt>
              <c:pt idx="1225">
                <c:v>11.006</c:v>
              </c:pt>
              <c:pt idx="1226">
                <c:v>-213.64</c:v>
              </c:pt>
              <c:pt idx="1227">
                <c:v>70.66</c:v>
              </c:pt>
              <c:pt idx="1228">
                <c:v>-148.748</c:v>
              </c:pt>
              <c:pt idx="1229">
                <c:v>-43.883</c:v>
              </c:pt>
              <c:pt idx="1230">
                <c:v>-40.012</c:v>
              </c:pt>
              <c:pt idx="1231">
                <c:v>32.05</c:v>
              </c:pt>
              <c:pt idx="1232">
                <c:v>-99.811</c:v>
              </c:pt>
              <c:pt idx="1233">
                <c:v>-181.019</c:v>
              </c:pt>
              <c:pt idx="1234">
                <c:v>11.811</c:v>
              </c:pt>
              <c:pt idx="1235">
                <c:v>-86.912</c:v>
              </c:pt>
              <c:pt idx="1236">
                <c:v>9.823</c:v>
              </c:pt>
              <c:pt idx="1237">
                <c:v>-10.162</c:v>
              </c:pt>
              <c:pt idx="1238">
                <c:v>67.175</c:v>
              </c:pt>
              <c:pt idx="1239">
                <c:v>-22.345</c:v>
              </c:pt>
              <c:pt idx="1240">
                <c:v>-39.624</c:v>
              </c:pt>
              <c:pt idx="1241">
                <c:v>-138.405</c:v>
              </c:pt>
              <c:pt idx="1242">
                <c:v>-15.459</c:v>
              </c:pt>
              <c:pt idx="1243">
                <c:v>-101.676</c:v>
              </c:pt>
              <c:pt idx="1244">
                <c:v>97.357</c:v>
              </c:pt>
              <c:pt idx="1245">
                <c:v>91.655</c:v>
              </c:pt>
              <c:pt idx="1246">
                <c:v>58.403</c:v>
              </c:pt>
              <c:pt idx="1247">
                <c:v>-198.242</c:v>
              </c:pt>
              <c:pt idx="1248">
                <c:v>-152.415</c:v>
              </c:pt>
              <c:pt idx="1249">
                <c:v>1.087</c:v>
              </c:pt>
              <c:pt idx="1250">
                <c:v>6.608</c:v>
              </c:pt>
              <c:pt idx="1251">
                <c:v>-162.709</c:v>
              </c:pt>
              <c:pt idx="1252">
                <c:v>-139.783</c:v>
              </c:pt>
              <c:pt idx="1253">
                <c:v>-93.451</c:v>
              </c:pt>
              <c:pt idx="1254">
                <c:v>-36.114</c:v>
              </c:pt>
              <c:pt idx="1255">
                <c:v>43.872</c:v>
              </c:pt>
              <c:pt idx="1256">
                <c:v>-109.25</c:v>
              </c:pt>
              <c:pt idx="1257">
                <c:v>-96.572</c:v>
              </c:pt>
              <c:pt idx="1258">
                <c:v>44.847</c:v>
              </c:pt>
              <c:pt idx="1259">
                <c:v>-203.683</c:v>
              </c:pt>
              <c:pt idx="1260">
                <c:v>-168.694</c:v>
              </c:pt>
              <c:pt idx="1261">
                <c:v>-148.263</c:v>
              </c:pt>
              <c:pt idx="1262">
                <c:v>96.668</c:v>
              </c:pt>
              <c:pt idx="1263">
                <c:v>-62.599</c:v>
              </c:pt>
              <c:pt idx="1264">
                <c:v>-211.359</c:v>
              </c:pt>
              <c:pt idx="1265">
                <c:v>-99.298</c:v>
              </c:pt>
              <c:pt idx="1266">
                <c:v>-122.023</c:v>
              </c:pt>
              <c:pt idx="1267">
                <c:v>-77.724</c:v>
              </c:pt>
              <c:pt idx="1268">
                <c:v>-208.23</c:v>
              </c:pt>
              <c:pt idx="1269">
                <c:v>-30.469</c:v>
              </c:pt>
              <c:pt idx="1270">
                <c:v>-68.906</c:v>
              </c:pt>
              <c:pt idx="1271">
                <c:v>-32.177</c:v>
              </c:pt>
              <c:pt idx="1272">
                <c:v>-125.65</c:v>
              </c:pt>
              <c:pt idx="1273">
                <c:v>-16.186</c:v>
              </c:pt>
              <c:pt idx="1274">
                <c:v>-85.488</c:v>
              </c:pt>
              <c:pt idx="1275">
                <c:v>28.818</c:v>
              </c:pt>
              <c:pt idx="1276">
                <c:v>-18.195</c:v>
              </c:pt>
              <c:pt idx="1277">
                <c:v>-22.683</c:v>
              </c:pt>
              <c:pt idx="1278">
                <c:v>-142.531</c:v>
              </c:pt>
              <c:pt idx="1279">
                <c:v>-82.972</c:v>
              </c:pt>
              <c:pt idx="1280">
                <c:v>-201.318</c:v>
              </c:pt>
              <c:pt idx="1281">
                <c:v>-148.146</c:v>
              </c:pt>
              <c:pt idx="1282">
                <c:v>1.963</c:v>
              </c:pt>
              <c:pt idx="1283">
                <c:v>-76.36</c:v>
              </c:pt>
              <c:pt idx="1284">
                <c:v>-50.56</c:v>
              </c:pt>
              <c:pt idx="1285">
                <c:v>-7.889</c:v>
              </c:pt>
              <c:pt idx="1286">
                <c:v>-49.846</c:v>
              </c:pt>
              <c:pt idx="1287">
                <c:v>-77.983</c:v>
              </c:pt>
              <c:pt idx="1288">
                <c:v>-27.235</c:v>
              </c:pt>
              <c:pt idx="1289">
                <c:v>-160.141</c:v>
              </c:pt>
              <c:pt idx="1290">
                <c:v>-3.686</c:v>
              </c:pt>
              <c:pt idx="1291">
                <c:v>36.943</c:v>
              </c:pt>
              <c:pt idx="1292">
                <c:v>-214.214</c:v>
              </c:pt>
              <c:pt idx="1293">
                <c:v>-210.419</c:v>
              </c:pt>
              <c:pt idx="1294">
                <c:v>29.157</c:v>
              </c:pt>
              <c:pt idx="1295">
                <c:v>23.841</c:v>
              </c:pt>
              <c:pt idx="1296">
                <c:v>-200.584</c:v>
              </c:pt>
              <c:pt idx="1297">
                <c:v>113.616</c:v>
              </c:pt>
              <c:pt idx="1298">
                <c:v>-13.367</c:v>
              </c:pt>
              <c:pt idx="1299">
                <c:v>-8.554</c:v>
              </c:pt>
              <c:pt idx="1300">
                <c:v>30.279</c:v>
              </c:pt>
              <c:pt idx="1301">
                <c:v>-199.116</c:v>
              </c:pt>
              <c:pt idx="1302">
                <c:v>22.59</c:v>
              </c:pt>
              <c:pt idx="1303">
                <c:v>-199.907</c:v>
              </c:pt>
              <c:pt idx="1304">
                <c:v>27.752</c:v>
              </c:pt>
              <c:pt idx="1305">
                <c:v>-190.345</c:v>
              </c:pt>
              <c:pt idx="1306">
                <c:v>29.749</c:v>
              </c:pt>
              <c:pt idx="1307">
                <c:v>-21.001</c:v>
              </c:pt>
              <c:pt idx="1308">
                <c:v>106.887</c:v>
              </c:pt>
              <c:pt idx="1309">
                <c:v>62.743</c:v>
              </c:pt>
              <c:pt idx="1310">
                <c:v>-51.635</c:v>
              </c:pt>
              <c:pt idx="1311">
                <c:v>20.504</c:v>
              </c:pt>
              <c:pt idx="1312">
                <c:v>-105.664</c:v>
              </c:pt>
              <c:pt idx="1313">
                <c:v>12.453</c:v>
              </c:pt>
              <c:pt idx="1314">
                <c:v>-69.005</c:v>
              </c:pt>
              <c:pt idx="1315">
                <c:v>-27.609</c:v>
              </c:pt>
              <c:pt idx="1316">
                <c:v>114.626</c:v>
              </c:pt>
              <c:pt idx="1317">
                <c:v>-32.911</c:v>
              </c:pt>
              <c:pt idx="1318">
                <c:v>62.06</c:v>
              </c:pt>
              <c:pt idx="1319">
                <c:v>-125.666</c:v>
              </c:pt>
              <c:pt idx="1320">
                <c:v>-78.466</c:v>
              </c:pt>
              <c:pt idx="1321">
                <c:v>25.209</c:v>
              </c:pt>
              <c:pt idx="1322">
                <c:v>110.108</c:v>
              </c:pt>
              <c:pt idx="1323">
                <c:v>18.094</c:v>
              </c:pt>
              <c:pt idx="1324">
                <c:v>31.72</c:v>
              </c:pt>
              <c:pt idx="1325">
                <c:v>-194.737</c:v>
              </c:pt>
              <c:pt idx="1326">
                <c:v>109.413</c:v>
              </c:pt>
              <c:pt idx="1327">
                <c:v>-160.967</c:v>
              </c:pt>
              <c:pt idx="1328">
                <c:v>23.444</c:v>
              </c:pt>
              <c:pt idx="1329">
                <c:v>13.533</c:v>
              </c:pt>
              <c:pt idx="1330">
                <c:v>22.399</c:v>
              </c:pt>
              <c:pt idx="1331">
                <c:v>-176.138</c:v>
              </c:pt>
              <c:pt idx="1332">
                <c:v>26.129</c:v>
              </c:pt>
              <c:pt idx="1333">
                <c:v>20.933</c:v>
              </c:pt>
              <c:pt idx="1334">
                <c:v>-75.765</c:v>
              </c:pt>
              <c:pt idx="1335">
                <c:v>-185.017</c:v>
              </c:pt>
              <c:pt idx="1336">
                <c:v>26.734</c:v>
              </c:pt>
              <c:pt idx="1337">
                <c:v>16.782</c:v>
              </c:pt>
              <c:pt idx="1338">
                <c:v>-212.04</c:v>
              </c:pt>
              <c:pt idx="1339">
                <c:v>-174.065</c:v>
              </c:pt>
              <c:pt idx="1340">
                <c:v>-53.684</c:v>
              </c:pt>
              <c:pt idx="1341">
                <c:v>-190.704</c:v>
              </c:pt>
              <c:pt idx="1342">
                <c:v>-170.681</c:v>
              </c:pt>
              <c:pt idx="1343">
                <c:v>-37.766</c:v>
              </c:pt>
              <c:pt idx="1344">
                <c:v>-163.778</c:v>
              </c:pt>
              <c:pt idx="1345">
                <c:v>-57.837</c:v>
              </c:pt>
              <c:pt idx="1346">
                <c:v>-143.578</c:v>
              </c:pt>
              <c:pt idx="1347">
                <c:v>-163.458</c:v>
              </c:pt>
              <c:pt idx="1348">
                <c:v>14.317</c:v>
              </c:pt>
              <c:pt idx="1349">
                <c:v>34.567</c:v>
              </c:pt>
              <c:pt idx="1350">
                <c:v>-41.178</c:v>
              </c:pt>
              <c:pt idx="1351">
                <c:v>23.091</c:v>
              </c:pt>
              <c:pt idx="1352">
                <c:v>-165.082</c:v>
              </c:pt>
              <c:pt idx="1353">
                <c:v>24.824</c:v>
              </c:pt>
              <c:pt idx="1354">
                <c:v>-30.663</c:v>
              </c:pt>
              <c:pt idx="1355">
                <c:v>38.608</c:v>
              </c:pt>
              <c:pt idx="1356">
                <c:v>-160.649</c:v>
              </c:pt>
              <c:pt idx="1357">
                <c:v>-1.235</c:v>
              </c:pt>
              <c:pt idx="1358">
                <c:v>-36.771</c:v>
              </c:pt>
              <c:pt idx="1359">
                <c:v>35.678</c:v>
              </c:pt>
              <c:pt idx="1360">
                <c:v>67.461</c:v>
              </c:pt>
              <c:pt idx="1361">
                <c:v>-209.452</c:v>
              </c:pt>
              <c:pt idx="1362">
                <c:v>-50.101</c:v>
              </c:pt>
              <c:pt idx="1363">
                <c:v>-138.431</c:v>
              </c:pt>
              <c:pt idx="1364">
                <c:v>-186.111</c:v>
              </c:pt>
              <c:pt idx="1365">
                <c:v>-53.764</c:v>
              </c:pt>
              <c:pt idx="1366">
                <c:v>-84.427</c:v>
              </c:pt>
              <c:pt idx="1367">
                <c:v>35.346</c:v>
              </c:pt>
              <c:pt idx="1368">
                <c:v>-185.918</c:v>
              </c:pt>
              <c:pt idx="1369">
                <c:v>-51.322</c:v>
              </c:pt>
              <c:pt idx="1370">
                <c:v>-195.448</c:v>
              </c:pt>
              <c:pt idx="1371">
                <c:v>-30.195</c:v>
              </c:pt>
              <c:pt idx="1372">
                <c:v>-43.892</c:v>
              </c:pt>
              <c:pt idx="1373">
                <c:v>38.213</c:v>
              </c:pt>
              <c:pt idx="1374">
                <c:v>32.416</c:v>
              </c:pt>
              <c:pt idx="1375">
                <c:v>39.104</c:v>
              </c:pt>
              <c:pt idx="1376">
                <c:v>-156.166</c:v>
              </c:pt>
              <c:pt idx="1377">
                <c:v>-56.579</c:v>
              </c:pt>
              <c:pt idx="1378">
                <c:v>-108.368</c:v>
              </c:pt>
              <c:pt idx="1379">
                <c:v>-16.535</c:v>
              </c:pt>
              <c:pt idx="1380">
                <c:v>24.349</c:v>
              </c:pt>
              <c:pt idx="1381">
                <c:v>-200.931</c:v>
              </c:pt>
              <c:pt idx="1382">
                <c:v>-13.529</c:v>
              </c:pt>
              <c:pt idx="1383">
                <c:v>109.029</c:v>
              </c:pt>
              <c:pt idx="1384">
                <c:v>31.573</c:v>
              </c:pt>
              <c:pt idx="1385">
                <c:v>67.492</c:v>
              </c:pt>
              <c:pt idx="1386">
                <c:v>-161.698</c:v>
              </c:pt>
              <c:pt idx="1387">
                <c:v>56.566</c:v>
              </c:pt>
              <c:pt idx="1388">
                <c:v>-166.962</c:v>
              </c:pt>
              <c:pt idx="1389">
                <c:v>-204.331</c:v>
              </c:pt>
              <c:pt idx="1390">
                <c:v>-49.9</c:v>
              </c:pt>
              <c:pt idx="1391">
                <c:v>-160.507</c:v>
              </c:pt>
              <c:pt idx="1392">
                <c:v>99.943</c:v>
              </c:pt>
              <c:pt idx="1393">
                <c:v>-202.652</c:v>
              </c:pt>
              <c:pt idx="1394">
                <c:v>-184.419</c:v>
              </c:pt>
              <c:pt idx="1395">
                <c:v>-21.398</c:v>
              </c:pt>
              <c:pt idx="1396">
                <c:v>12.928</c:v>
              </c:pt>
              <c:pt idx="1397">
                <c:v>-99.677</c:v>
              </c:pt>
              <c:pt idx="1398">
                <c:v>-136.846</c:v>
              </c:pt>
              <c:pt idx="1399">
                <c:v>-58.761</c:v>
              </c:pt>
              <c:pt idx="1400">
                <c:v>51.805</c:v>
              </c:pt>
              <c:pt idx="1401">
                <c:v>-40.243</c:v>
              </c:pt>
              <c:pt idx="1402">
                <c:v>70.48</c:v>
              </c:pt>
              <c:pt idx="1403">
                <c:v>54.527</c:v>
              </c:pt>
              <c:pt idx="1404">
                <c:v>-170.788</c:v>
              </c:pt>
              <c:pt idx="1405">
                <c:v>-118.577</c:v>
              </c:pt>
              <c:pt idx="1406">
                <c:v>29.594</c:v>
              </c:pt>
              <c:pt idx="1407">
                <c:v>-32.964</c:v>
              </c:pt>
              <c:pt idx="1408">
                <c:v>74.192</c:v>
              </c:pt>
              <c:pt idx="1409">
                <c:v>-207.543</c:v>
              </c:pt>
              <c:pt idx="1410">
                <c:v>-83.137</c:v>
              </c:pt>
              <c:pt idx="1411">
                <c:v>22.975</c:v>
              </c:pt>
              <c:pt idx="1412">
                <c:v>-143.833</c:v>
              </c:pt>
              <c:pt idx="1413">
                <c:v>-1.745</c:v>
              </c:pt>
              <c:pt idx="1414">
                <c:v>50.733</c:v>
              </c:pt>
              <c:pt idx="1415">
                <c:v>30.928</c:v>
              </c:pt>
              <c:pt idx="1416">
                <c:v>104.374</c:v>
              </c:pt>
              <c:pt idx="1417">
                <c:v>109.665</c:v>
              </c:pt>
              <c:pt idx="1418">
                <c:v>-207.063</c:v>
              </c:pt>
              <c:pt idx="1419">
                <c:v>-64.944</c:v>
              </c:pt>
              <c:pt idx="1420">
                <c:v>110.298</c:v>
              </c:pt>
              <c:pt idx="1421">
                <c:v>-65.978</c:v>
              </c:pt>
              <c:pt idx="1422">
                <c:v>-53.931</c:v>
              </c:pt>
              <c:pt idx="1423">
                <c:v>-160.842</c:v>
              </c:pt>
              <c:pt idx="1424">
                <c:v>-201.755</c:v>
              </c:pt>
              <c:pt idx="1425">
                <c:v>-33.442</c:v>
              </c:pt>
              <c:pt idx="1426">
                <c:v>-55.609</c:v>
              </c:pt>
              <c:pt idx="1427">
                <c:v>68.063</c:v>
              </c:pt>
              <c:pt idx="1428">
                <c:v>-169.96</c:v>
              </c:pt>
              <c:pt idx="1429">
                <c:v>-147.037</c:v>
              </c:pt>
              <c:pt idx="1430">
                <c:v>-203.596</c:v>
              </c:pt>
              <c:pt idx="1431">
                <c:v>-132.405</c:v>
              </c:pt>
              <c:pt idx="1432">
                <c:v>77.535</c:v>
              </c:pt>
              <c:pt idx="1433">
                <c:v>10.24</c:v>
              </c:pt>
              <c:pt idx="1434">
                <c:v>-152.132</c:v>
              </c:pt>
              <c:pt idx="1435">
                <c:v>-195.737</c:v>
              </c:pt>
              <c:pt idx="1436">
                <c:v>-146.771</c:v>
              </c:pt>
              <c:pt idx="1437">
                <c:v>-144.053</c:v>
              </c:pt>
              <c:pt idx="1438">
                <c:v>-173.609</c:v>
              </c:pt>
              <c:pt idx="1439">
                <c:v>15.649</c:v>
              </c:pt>
              <c:pt idx="1440">
                <c:v>-80.836</c:v>
              </c:pt>
              <c:pt idx="1441">
                <c:v>-82.598</c:v>
              </c:pt>
              <c:pt idx="1442">
                <c:v>-15.921</c:v>
              </c:pt>
              <c:pt idx="1443">
                <c:v>11.204</c:v>
              </c:pt>
              <c:pt idx="1444">
                <c:v>34.388</c:v>
              </c:pt>
              <c:pt idx="1445">
                <c:v>-61.185</c:v>
              </c:pt>
              <c:pt idx="1446">
                <c:v>-167.755</c:v>
              </c:pt>
              <c:pt idx="1447">
                <c:v>18.583</c:v>
              </c:pt>
              <c:pt idx="1448">
                <c:v>-194.946</c:v>
              </c:pt>
              <c:pt idx="1449">
                <c:v>11.385</c:v>
              </c:pt>
              <c:pt idx="1450">
                <c:v>34.131</c:v>
              </c:pt>
              <c:pt idx="1451">
                <c:v>-205.499</c:v>
              </c:pt>
              <c:pt idx="1452">
                <c:v>-160.648</c:v>
              </c:pt>
              <c:pt idx="1453">
                <c:v>-122.645</c:v>
              </c:pt>
              <c:pt idx="1454">
                <c:v>100.219</c:v>
              </c:pt>
              <c:pt idx="1455">
                <c:v>-74.568</c:v>
              </c:pt>
              <c:pt idx="1456">
                <c:v>-23.13</c:v>
              </c:pt>
              <c:pt idx="1457">
                <c:v>26.756</c:v>
              </c:pt>
              <c:pt idx="1458">
                <c:v>47.185</c:v>
              </c:pt>
              <c:pt idx="1459">
                <c:v>-125.713</c:v>
              </c:pt>
              <c:pt idx="1460">
                <c:v>57.341</c:v>
              </c:pt>
              <c:pt idx="1461">
                <c:v>-212.364</c:v>
              </c:pt>
              <c:pt idx="1462">
                <c:v>-21.605</c:v>
              </c:pt>
              <c:pt idx="1463">
                <c:v>-34.799</c:v>
              </c:pt>
              <c:pt idx="1464">
                <c:v>-199.479</c:v>
              </c:pt>
              <c:pt idx="1465">
                <c:v>-49.71</c:v>
              </c:pt>
              <c:pt idx="1466">
                <c:v>82.358</c:v>
              </c:pt>
              <c:pt idx="1467">
                <c:v>30.212</c:v>
              </c:pt>
              <c:pt idx="1468">
                <c:v>-10.874</c:v>
              </c:pt>
              <c:pt idx="1469">
                <c:v>-105.521</c:v>
              </c:pt>
              <c:pt idx="1470">
                <c:v>-58.595</c:v>
              </c:pt>
              <c:pt idx="1471">
                <c:v>-208.657</c:v>
              </c:pt>
              <c:pt idx="1472">
                <c:v>-178.072</c:v>
              </c:pt>
              <c:pt idx="1473">
                <c:v>-124.691</c:v>
              </c:pt>
              <c:pt idx="1474">
                <c:v>-32.179</c:v>
              </c:pt>
              <c:pt idx="1475">
                <c:v>20.979</c:v>
              </c:pt>
              <c:pt idx="1476">
                <c:v>-188.966</c:v>
              </c:pt>
              <c:pt idx="1477">
                <c:v>-126.591</c:v>
              </c:pt>
              <c:pt idx="1478">
                <c:v>27.259</c:v>
              </c:pt>
              <c:pt idx="1479">
                <c:v>-107.374</c:v>
              </c:pt>
              <c:pt idx="1480">
                <c:v>-214.546</c:v>
              </c:pt>
              <c:pt idx="1481">
                <c:v>-3.843</c:v>
              </c:pt>
              <c:pt idx="1482">
                <c:v>-85.35</c:v>
              </c:pt>
              <c:pt idx="1483">
                <c:v>-16.516</c:v>
              </c:pt>
              <c:pt idx="1484">
                <c:v>-50.94</c:v>
              </c:pt>
              <c:pt idx="1485">
                <c:v>100.728</c:v>
              </c:pt>
              <c:pt idx="1486">
                <c:v>34.438</c:v>
              </c:pt>
              <c:pt idx="1487">
                <c:v>-30.2</c:v>
              </c:pt>
              <c:pt idx="1488">
                <c:v>-2.967</c:v>
              </c:pt>
              <c:pt idx="1489">
                <c:v>-140.781</c:v>
              </c:pt>
              <c:pt idx="1490">
                <c:v>-41.604</c:v>
              </c:pt>
              <c:pt idx="1491">
                <c:v>-175.785</c:v>
              </c:pt>
              <c:pt idx="1492">
                <c:v>104.749</c:v>
              </c:pt>
              <c:pt idx="1493">
                <c:v>-42.768</c:v>
              </c:pt>
              <c:pt idx="1494">
                <c:v>-24.132</c:v>
              </c:pt>
              <c:pt idx="1495">
                <c:v>19.248</c:v>
              </c:pt>
              <c:pt idx="1496">
                <c:v>46.553</c:v>
              </c:pt>
              <c:pt idx="1497">
                <c:v>-198.057</c:v>
              </c:pt>
              <c:pt idx="1498">
                <c:v>102</c:v>
              </c:pt>
              <c:pt idx="1499">
                <c:v>-73.958</c:v>
              </c:pt>
              <c:pt idx="1500">
                <c:v>-153.693</c:v>
              </c:pt>
              <c:pt idx="1501">
                <c:v>6.601</c:v>
              </c:pt>
              <c:pt idx="1502">
                <c:v>-102.565</c:v>
              </c:pt>
              <c:pt idx="1503">
                <c:v>-141.99</c:v>
              </c:pt>
              <c:pt idx="1504">
                <c:v>-203.773</c:v>
              </c:pt>
              <c:pt idx="1505">
                <c:v>-188.284</c:v>
              </c:pt>
              <c:pt idx="1506">
                <c:v>62.671</c:v>
              </c:pt>
              <c:pt idx="1507">
                <c:v>-186.403</c:v>
              </c:pt>
              <c:pt idx="1508">
                <c:v>-55.734</c:v>
              </c:pt>
              <c:pt idx="1509">
                <c:v>-149.324</c:v>
              </c:pt>
              <c:pt idx="1510">
                <c:v>-62.124</c:v>
              </c:pt>
              <c:pt idx="1511">
                <c:v>-166.606</c:v>
              </c:pt>
              <c:pt idx="1512">
                <c:v>17.314</c:v>
              </c:pt>
              <c:pt idx="1513">
                <c:v>42.984</c:v>
              </c:pt>
              <c:pt idx="1514">
                <c:v>10.949</c:v>
              </c:pt>
              <c:pt idx="1515">
                <c:v>-175.027</c:v>
              </c:pt>
              <c:pt idx="1516">
                <c:v>40.514</c:v>
              </c:pt>
              <c:pt idx="1517">
                <c:v>-197.382</c:v>
              </c:pt>
              <c:pt idx="1518">
                <c:v>39.802</c:v>
              </c:pt>
              <c:pt idx="1519">
                <c:v>-132.602</c:v>
              </c:pt>
              <c:pt idx="1520">
                <c:v>-200.871</c:v>
              </c:pt>
              <c:pt idx="1521">
                <c:v>-42.901</c:v>
              </c:pt>
              <c:pt idx="1522">
                <c:v>-31.95</c:v>
              </c:pt>
              <c:pt idx="1523">
                <c:v>-178.573</c:v>
              </c:pt>
              <c:pt idx="1524">
                <c:v>21.426</c:v>
              </c:pt>
              <c:pt idx="1525">
                <c:v>-101.077</c:v>
              </c:pt>
              <c:pt idx="1526">
                <c:v>-61.028</c:v>
              </c:pt>
              <c:pt idx="1527">
                <c:v>-67.155</c:v>
              </c:pt>
              <c:pt idx="1528">
                <c:v>-66.22</c:v>
              </c:pt>
              <c:pt idx="1529">
                <c:v>-49.372</c:v>
              </c:pt>
              <c:pt idx="1530">
                <c:v>-202.558</c:v>
              </c:pt>
              <c:pt idx="1531">
                <c:v>67.076</c:v>
              </c:pt>
              <c:pt idx="1532">
                <c:v>-35.136</c:v>
              </c:pt>
              <c:pt idx="1533">
                <c:v>70.86</c:v>
              </c:pt>
              <c:pt idx="1534">
                <c:v>-210.865</c:v>
              </c:pt>
              <c:pt idx="1535">
                <c:v>-78.328</c:v>
              </c:pt>
              <c:pt idx="1536">
                <c:v>39.155</c:v>
              </c:pt>
              <c:pt idx="1537">
                <c:v>-139.473</c:v>
              </c:pt>
              <c:pt idx="1538">
                <c:v>-165.141</c:v>
              </c:pt>
              <c:pt idx="1539">
                <c:v>-65.673</c:v>
              </c:pt>
              <c:pt idx="1540">
                <c:v>21.154</c:v>
              </c:pt>
              <c:pt idx="1541">
                <c:v>-57.353</c:v>
              </c:pt>
              <c:pt idx="1542">
                <c:v>102.367</c:v>
              </c:pt>
              <c:pt idx="1543">
                <c:v>-113.737</c:v>
              </c:pt>
              <c:pt idx="1544">
                <c:v>-35.245</c:v>
              </c:pt>
              <c:pt idx="1545">
                <c:v>28.168</c:v>
              </c:pt>
              <c:pt idx="1546">
                <c:v>19.858</c:v>
              </c:pt>
              <c:pt idx="1547">
                <c:v>-163.577</c:v>
              </c:pt>
              <c:pt idx="1548">
                <c:v>-108.185</c:v>
              </c:pt>
              <c:pt idx="1549">
                <c:v>-9.726</c:v>
              </c:pt>
              <c:pt idx="1550">
                <c:v>-27.833</c:v>
              </c:pt>
              <c:pt idx="1551">
                <c:v>-0.692</c:v>
              </c:pt>
              <c:pt idx="1552">
                <c:v>-41.483</c:v>
              </c:pt>
              <c:pt idx="1553">
                <c:v>-2.419</c:v>
              </c:pt>
              <c:pt idx="1554">
                <c:v>-147.773</c:v>
              </c:pt>
              <c:pt idx="1555">
                <c:v>90.027</c:v>
              </c:pt>
              <c:pt idx="1556">
                <c:v>8.464</c:v>
              </c:pt>
              <c:pt idx="1557">
                <c:v>-186.421</c:v>
              </c:pt>
              <c:pt idx="1558">
                <c:v>-161.46</c:v>
              </c:pt>
              <c:pt idx="1559">
                <c:v>101.448</c:v>
              </c:pt>
              <c:pt idx="1560">
                <c:v>33.627</c:v>
              </c:pt>
              <c:pt idx="1561">
                <c:v>41.643</c:v>
              </c:pt>
              <c:pt idx="1562">
                <c:v>-192.978</c:v>
              </c:pt>
              <c:pt idx="1563">
                <c:v>98.772</c:v>
              </c:pt>
              <c:pt idx="1564">
                <c:v>-30.326</c:v>
              </c:pt>
              <c:pt idx="1565">
                <c:v>-195.981</c:v>
              </c:pt>
              <c:pt idx="1566">
                <c:v>17.95</c:v>
              </c:pt>
              <c:pt idx="1567">
                <c:v>22.937</c:v>
              </c:pt>
              <c:pt idx="1568">
                <c:v>-0.958</c:v>
              </c:pt>
              <c:pt idx="1569">
                <c:v>-213.128</c:v>
              </c:pt>
              <c:pt idx="1570">
                <c:v>-117.794</c:v>
              </c:pt>
              <c:pt idx="1571">
                <c:v>-99.941</c:v>
              </c:pt>
              <c:pt idx="1572">
                <c:v>0.291</c:v>
              </c:pt>
              <c:pt idx="1573">
                <c:v>-52.607</c:v>
              </c:pt>
              <c:pt idx="1574">
                <c:v>-210.676</c:v>
              </c:pt>
              <c:pt idx="1575">
                <c:v>-3.578</c:v>
              </c:pt>
              <c:pt idx="1576">
                <c:v>-201.963</c:v>
              </c:pt>
              <c:pt idx="1577">
                <c:v>-161.272</c:v>
              </c:pt>
              <c:pt idx="1578">
                <c:v>-7.088</c:v>
              </c:pt>
              <c:pt idx="1579">
                <c:v>-81.023</c:v>
              </c:pt>
              <c:pt idx="1580">
                <c:v>-147.067</c:v>
              </c:pt>
              <c:pt idx="1581">
                <c:v>-84.479</c:v>
              </c:pt>
              <c:pt idx="1582">
                <c:v>-118.307</c:v>
              </c:pt>
              <c:pt idx="1583">
                <c:v>20.105</c:v>
              </c:pt>
              <c:pt idx="1584">
                <c:v>-50.685</c:v>
              </c:pt>
              <c:pt idx="1585">
                <c:v>-2.721</c:v>
              </c:pt>
              <c:pt idx="1586">
                <c:v>25.531</c:v>
              </c:pt>
              <c:pt idx="1587">
                <c:v>8.038</c:v>
              </c:pt>
              <c:pt idx="1588">
                <c:v>-2.9</c:v>
              </c:pt>
              <c:pt idx="1589">
                <c:v>109.55</c:v>
              </c:pt>
              <c:pt idx="1590">
                <c:v>-99.279</c:v>
              </c:pt>
              <c:pt idx="1591">
                <c:v>23.863</c:v>
              </c:pt>
              <c:pt idx="1592">
                <c:v>-200.849</c:v>
              </c:pt>
              <c:pt idx="1593">
                <c:v>-184.363</c:v>
              </c:pt>
              <c:pt idx="1594">
                <c:v>-207.95</c:v>
              </c:pt>
              <c:pt idx="1595">
                <c:v>57.58</c:v>
              </c:pt>
              <c:pt idx="1596">
                <c:v>-205.694</c:v>
              </c:pt>
              <c:pt idx="1597">
                <c:v>34.611</c:v>
              </c:pt>
              <c:pt idx="1598">
                <c:v>-155.659</c:v>
              </c:pt>
              <c:pt idx="1599">
                <c:v>-56.908</c:v>
              </c:pt>
              <c:pt idx="1600">
                <c:v>2.172</c:v>
              </c:pt>
              <c:pt idx="1601">
                <c:v>-9.866</c:v>
              </c:pt>
              <c:pt idx="1602">
                <c:v>-50.236</c:v>
              </c:pt>
              <c:pt idx="1603">
                <c:v>-193.865</c:v>
              </c:pt>
              <c:pt idx="1604">
                <c:v>105.833</c:v>
              </c:pt>
              <c:pt idx="1605">
                <c:v>-184.628</c:v>
              </c:pt>
              <c:pt idx="1606">
                <c:v>0.253</c:v>
              </c:pt>
              <c:pt idx="1607">
                <c:v>63.589</c:v>
              </c:pt>
              <c:pt idx="1608">
                <c:v>45.934</c:v>
              </c:pt>
              <c:pt idx="1609">
                <c:v>31.897</c:v>
              </c:pt>
              <c:pt idx="1610">
                <c:v>-197.356</c:v>
              </c:pt>
              <c:pt idx="1611">
                <c:v>-21.208</c:v>
              </c:pt>
              <c:pt idx="1612">
                <c:v>23.555</c:v>
              </c:pt>
              <c:pt idx="1613">
                <c:v>32.163</c:v>
              </c:pt>
              <c:pt idx="1614">
                <c:v>-176.423</c:v>
              </c:pt>
              <c:pt idx="1615">
                <c:v>-191.274</c:v>
              </c:pt>
              <c:pt idx="1616">
                <c:v>-4.545</c:v>
              </c:pt>
              <c:pt idx="1617">
                <c:v>-116.913</c:v>
              </c:pt>
              <c:pt idx="1618">
                <c:v>-144.882</c:v>
              </c:pt>
              <c:pt idx="1619">
                <c:v>-157.36</c:v>
              </c:pt>
              <c:pt idx="1620">
                <c:v>-59.684</c:v>
              </c:pt>
              <c:pt idx="1621">
                <c:v>-95.224</c:v>
              </c:pt>
              <c:pt idx="1622">
                <c:v>-8.351</c:v>
              </c:pt>
              <c:pt idx="1623">
                <c:v>49.796</c:v>
              </c:pt>
              <c:pt idx="1624">
                <c:v>61.858</c:v>
              </c:pt>
              <c:pt idx="1625">
                <c:v>-126.092</c:v>
              </c:pt>
              <c:pt idx="1626">
                <c:v>23.406</c:v>
              </c:pt>
              <c:pt idx="1627">
                <c:v>110.673</c:v>
              </c:pt>
              <c:pt idx="1628">
                <c:v>34.27</c:v>
              </c:pt>
              <c:pt idx="1629">
                <c:v>-184.959</c:v>
              </c:pt>
              <c:pt idx="1630">
                <c:v>-26.79</c:v>
              </c:pt>
              <c:pt idx="1631">
                <c:v>-5.942</c:v>
              </c:pt>
              <c:pt idx="1632">
                <c:v>108.741</c:v>
              </c:pt>
              <c:pt idx="1633">
                <c:v>101.551</c:v>
              </c:pt>
              <c:pt idx="1634">
                <c:v>-77.552</c:v>
              </c:pt>
              <c:pt idx="1635">
                <c:v>-170.99</c:v>
              </c:pt>
              <c:pt idx="1636">
                <c:v>-101.316</c:v>
              </c:pt>
              <c:pt idx="1637">
                <c:v>-35.611</c:v>
              </c:pt>
              <c:pt idx="1638">
                <c:v>-88.301</c:v>
              </c:pt>
              <c:pt idx="1639">
                <c:v>91.73</c:v>
              </c:pt>
              <c:pt idx="1640">
                <c:v>43.151</c:v>
              </c:pt>
              <c:pt idx="1641">
                <c:v>-206.232</c:v>
              </c:pt>
              <c:pt idx="1642">
                <c:v>66.35</c:v>
              </c:pt>
              <c:pt idx="1643">
                <c:v>34.438</c:v>
              </c:pt>
              <c:pt idx="1644">
                <c:v>21.254</c:v>
              </c:pt>
              <c:pt idx="1645">
                <c:v>-127.118</c:v>
              </c:pt>
              <c:pt idx="1646">
                <c:v>-191.752</c:v>
              </c:pt>
              <c:pt idx="1647">
                <c:v>-22.423</c:v>
              </c:pt>
              <c:pt idx="1648">
                <c:v>-136.275</c:v>
              </c:pt>
              <c:pt idx="1649">
                <c:v>108.193</c:v>
              </c:pt>
              <c:pt idx="1650">
                <c:v>109.804</c:v>
              </c:pt>
              <c:pt idx="1651">
                <c:v>-187.261</c:v>
              </c:pt>
              <c:pt idx="1652">
                <c:v>19.789</c:v>
              </c:pt>
              <c:pt idx="1653">
                <c:v>37.407</c:v>
              </c:pt>
              <c:pt idx="1654">
                <c:v>100.266</c:v>
              </c:pt>
              <c:pt idx="1655">
                <c:v>19.07</c:v>
              </c:pt>
              <c:pt idx="1656">
                <c:v>-169.454</c:v>
              </c:pt>
              <c:pt idx="1657">
                <c:v>-99.166</c:v>
              </c:pt>
              <c:pt idx="1658">
                <c:v>-45.673</c:v>
              </c:pt>
              <c:pt idx="1659">
                <c:v>-183.352</c:v>
              </c:pt>
              <c:pt idx="1660">
                <c:v>87.151</c:v>
              </c:pt>
              <c:pt idx="1661">
                <c:v>-25.878</c:v>
              </c:pt>
              <c:pt idx="1662">
                <c:v>30.45</c:v>
              </c:pt>
              <c:pt idx="1663">
                <c:v>57.628</c:v>
              </c:pt>
              <c:pt idx="1664">
                <c:v>-56.438</c:v>
              </c:pt>
              <c:pt idx="1665">
                <c:v>-104.78</c:v>
              </c:pt>
              <c:pt idx="1666">
                <c:v>21.723</c:v>
              </c:pt>
              <c:pt idx="1667">
                <c:v>-123.719</c:v>
              </c:pt>
              <c:pt idx="1668">
                <c:v>42.36</c:v>
              </c:pt>
              <c:pt idx="1669">
                <c:v>-122.551</c:v>
              </c:pt>
              <c:pt idx="1670">
                <c:v>-14.292</c:v>
              </c:pt>
              <c:pt idx="1671">
                <c:v>-1.296</c:v>
              </c:pt>
              <c:pt idx="1672">
                <c:v>109.714</c:v>
              </c:pt>
              <c:pt idx="1673">
                <c:v>64.77</c:v>
              </c:pt>
              <c:pt idx="1674">
                <c:v>-180.445</c:v>
              </c:pt>
              <c:pt idx="1675">
                <c:v>-209.596</c:v>
              </c:pt>
              <c:pt idx="1676">
                <c:v>-74.561</c:v>
              </c:pt>
              <c:pt idx="1677">
                <c:v>-160.96</c:v>
              </c:pt>
              <c:pt idx="1678">
                <c:v>-205.335</c:v>
              </c:pt>
              <c:pt idx="1679">
                <c:v>16.475</c:v>
              </c:pt>
              <c:pt idx="1680">
                <c:v>94.483</c:v>
              </c:pt>
              <c:pt idx="1681">
                <c:v>-171.624</c:v>
              </c:pt>
              <c:pt idx="1682">
                <c:v>-26.479</c:v>
              </c:pt>
              <c:pt idx="1683">
                <c:v>-44.605</c:v>
              </c:pt>
              <c:pt idx="1684">
                <c:v>-5.858</c:v>
              </c:pt>
              <c:pt idx="1685">
                <c:v>-56.848</c:v>
              </c:pt>
              <c:pt idx="1686">
                <c:v>-41.737</c:v>
              </c:pt>
              <c:pt idx="1687">
                <c:v>-201.918</c:v>
              </c:pt>
              <c:pt idx="1688">
                <c:v>1.146</c:v>
              </c:pt>
              <c:pt idx="1689">
                <c:v>-169.491</c:v>
              </c:pt>
              <c:pt idx="1690">
                <c:v>-45.26</c:v>
              </c:pt>
              <c:pt idx="1691">
                <c:v>63.784</c:v>
              </c:pt>
              <c:pt idx="1692">
                <c:v>-41.45</c:v>
              </c:pt>
              <c:pt idx="1693">
                <c:v>-205.518</c:v>
              </c:pt>
              <c:pt idx="1694">
                <c:v>-179.77</c:v>
              </c:pt>
              <c:pt idx="1695">
                <c:v>-104.737</c:v>
              </c:pt>
              <c:pt idx="1696">
                <c:v>-170.614</c:v>
              </c:pt>
              <c:pt idx="1697">
                <c:v>-147.344</c:v>
              </c:pt>
              <c:pt idx="1698">
                <c:v>-58.641</c:v>
              </c:pt>
              <c:pt idx="1699">
                <c:v>-113.767</c:v>
              </c:pt>
              <c:pt idx="1700">
                <c:v>77.503</c:v>
              </c:pt>
              <c:pt idx="1701">
                <c:v>-9.804</c:v>
              </c:pt>
              <c:pt idx="1702">
                <c:v>-212.149</c:v>
              </c:pt>
              <c:pt idx="1703">
                <c:v>0.626</c:v>
              </c:pt>
              <c:pt idx="1704">
                <c:v>-67.505</c:v>
              </c:pt>
              <c:pt idx="1705">
                <c:v>-196.402</c:v>
              </c:pt>
              <c:pt idx="1706">
                <c:v>-205.695</c:v>
              </c:pt>
              <c:pt idx="1707">
                <c:v>-93.182</c:v>
              </c:pt>
              <c:pt idx="1708">
                <c:v>-112.355</c:v>
              </c:pt>
              <c:pt idx="1709">
                <c:v>-58.245</c:v>
              </c:pt>
              <c:pt idx="1710">
                <c:v>-188.357</c:v>
              </c:pt>
              <c:pt idx="1711">
                <c:v>8.72</c:v>
              </c:pt>
              <c:pt idx="1712">
                <c:v>96.456</c:v>
              </c:pt>
              <c:pt idx="1713">
                <c:v>18.008</c:v>
              </c:pt>
              <c:pt idx="1714">
                <c:v>-49.234</c:v>
              </c:pt>
              <c:pt idx="1715">
                <c:v>-8.331</c:v>
              </c:pt>
              <c:pt idx="1716">
                <c:v>-154.278</c:v>
              </c:pt>
              <c:pt idx="1717">
                <c:v>-197.245</c:v>
              </c:pt>
              <c:pt idx="1718">
                <c:v>14.1</c:v>
              </c:pt>
              <c:pt idx="1719">
                <c:v>-38.385</c:v>
              </c:pt>
              <c:pt idx="1720">
                <c:v>40.261</c:v>
              </c:pt>
              <c:pt idx="1721">
                <c:v>19.955</c:v>
              </c:pt>
              <c:pt idx="1722">
                <c:v>53.131</c:v>
              </c:pt>
              <c:pt idx="1723">
                <c:v>24.402</c:v>
              </c:pt>
              <c:pt idx="1724">
                <c:v>-211.927</c:v>
              </c:pt>
              <c:pt idx="1725">
                <c:v>-158.744</c:v>
              </c:pt>
              <c:pt idx="1726">
                <c:v>9.745</c:v>
              </c:pt>
              <c:pt idx="1727">
                <c:v>-99.73</c:v>
              </c:pt>
              <c:pt idx="1728">
                <c:v>4.983</c:v>
              </c:pt>
              <c:pt idx="1729">
                <c:v>14.936</c:v>
              </c:pt>
              <c:pt idx="1730">
                <c:v>100.685</c:v>
              </c:pt>
              <c:pt idx="1731">
                <c:v>16.589</c:v>
              </c:pt>
              <c:pt idx="1732">
                <c:v>-114.163</c:v>
              </c:pt>
              <c:pt idx="1733">
                <c:v>-142.055</c:v>
              </c:pt>
              <c:pt idx="1734">
                <c:v>-24.854</c:v>
              </c:pt>
              <c:pt idx="1735">
                <c:v>112.93</c:v>
              </c:pt>
              <c:pt idx="1736">
                <c:v>17.096</c:v>
              </c:pt>
              <c:pt idx="1737">
                <c:v>-177.147</c:v>
              </c:pt>
              <c:pt idx="1738">
                <c:v>22.539</c:v>
              </c:pt>
              <c:pt idx="1739">
                <c:v>2.269</c:v>
              </c:pt>
              <c:pt idx="1740">
                <c:v>57.52</c:v>
              </c:pt>
              <c:pt idx="1741">
                <c:v>-204.718</c:v>
              </c:pt>
              <c:pt idx="1742">
                <c:v>85.89</c:v>
              </c:pt>
              <c:pt idx="1743">
                <c:v>96.505</c:v>
              </c:pt>
              <c:pt idx="1744">
                <c:v>-205.034</c:v>
              </c:pt>
              <c:pt idx="1745">
                <c:v>-35.951</c:v>
              </c:pt>
              <c:pt idx="1746">
                <c:v>15.262</c:v>
              </c:pt>
              <c:pt idx="1747">
                <c:v>93.133</c:v>
              </c:pt>
              <c:pt idx="1748">
                <c:v>109.864</c:v>
              </c:pt>
              <c:pt idx="1749">
                <c:v>-171.656</c:v>
              </c:pt>
              <c:pt idx="1750">
                <c:v>95.501</c:v>
              </c:pt>
              <c:pt idx="1751">
                <c:v>-151.777</c:v>
              </c:pt>
              <c:pt idx="1752">
                <c:v>-8.889</c:v>
              </c:pt>
              <c:pt idx="1753">
                <c:v>-8.036</c:v>
              </c:pt>
              <c:pt idx="1754">
                <c:v>-191.657</c:v>
              </c:pt>
              <c:pt idx="1755">
                <c:v>-14.423</c:v>
              </c:pt>
              <c:pt idx="1756">
                <c:v>-103.529</c:v>
              </c:pt>
              <c:pt idx="1757">
                <c:v>-102.074</c:v>
              </c:pt>
              <c:pt idx="1758">
                <c:v>-3.841</c:v>
              </c:pt>
              <c:pt idx="1759">
                <c:v>13.464</c:v>
              </c:pt>
              <c:pt idx="1760">
                <c:v>-140.64</c:v>
              </c:pt>
              <c:pt idx="1761">
                <c:v>-21.701</c:v>
              </c:pt>
              <c:pt idx="1762">
                <c:v>-189.516</c:v>
              </c:pt>
              <c:pt idx="1763">
                <c:v>-126.14</c:v>
              </c:pt>
              <c:pt idx="1764">
                <c:v>37.635</c:v>
              </c:pt>
              <c:pt idx="1765">
                <c:v>-175.024</c:v>
              </c:pt>
              <c:pt idx="1766">
                <c:v>-42.879</c:v>
              </c:pt>
              <c:pt idx="1767">
                <c:v>-194.414</c:v>
              </c:pt>
              <c:pt idx="1768">
                <c:v>3.681</c:v>
              </c:pt>
              <c:pt idx="1769">
                <c:v>-16.884</c:v>
              </c:pt>
              <c:pt idx="1770">
                <c:v>37.418</c:v>
              </c:pt>
              <c:pt idx="1771">
                <c:v>-160.781</c:v>
              </c:pt>
              <c:pt idx="1772">
                <c:v>3.38</c:v>
              </c:pt>
              <c:pt idx="1773">
                <c:v>-189.513</c:v>
              </c:pt>
              <c:pt idx="1774">
                <c:v>-56.985</c:v>
              </c:pt>
              <c:pt idx="1775">
                <c:v>89.379</c:v>
              </c:pt>
              <c:pt idx="1776">
                <c:v>49.335</c:v>
              </c:pt>
              <c:pt idx="1777">
                <c:v>18.933</c:v>
              </c:pt>
              <c:pt idx="1778">
                <c:v>-26.461</c:v>
              </c:pt>
              <c:pt idx="1779">
                <c:v>-33.463</c:v>
              </c:pt>
              <c:pt idx="1780">
                <c:v>-44.373</c:v>
              </c:pt>
              <c:pt idx="1781">
                <c:v>-201.911</c:v>
              </c:pt>
              <c:pt idx="1782">
                <c:v>23.095</c:v>
              </c:pt>
              <c:pt idx="1783">
                <c:v>-24.412</c:v>
              </c:pt>
              <c:pt idx="1784">
                <c:v>20.334</c:v>
              </c:pt>
              <c:pt idx="1785">
                <c:v>-214.058</c:v>
              </c:pt>
              <c:pt idx="1786">
                <c:v>34.901</c:v>
              </c:pt>
              <c:pt idx="1787">
                <c:v>-135.789</c:v>
              </c:pt>
              <c:pt idx="1788">
                <c:v>6.117</c:v>
              </c:pt>
              <c:pt idx="1789">
                <c:v>-76.368</c:v>
              </c:pt>
              <c:pt idx="1790">
                <c:v>-7.521</c:v>
              </c:pt>
              <c:pt idx="1791">
                <c:v>19.329</c:v>
              </c:pt>
              <c:pt idx="1792">
                <c:v>108.065</c:v>
              </c:pt>
              <c:pt idx="1793">
                <c:v>95.036</c:v>
              </c:pt>
              <c:pt idx="1794">
                <c:v>58.26</c:v>
              </c:pt>
              <c:pt idx="1795">
                <c:v>-115.618</c:v>
              </c:pt>
              <c:pt idx="1796">
                <c:v>-23.488</c:v>
              </c:pt>
              <c:pt idx="1797">
                <c:v>-80.699</c:v>
              </c:pt>
              <c:pt idx="1798">
                <c:v>18.016</c:v>
              </c:pt>
              <c:pt idx="1799">
                <c:v>-151.555</c:v>
              </c:pt>
              <c:pt idx="1800">
                <c:v>-27.322</c:v>
              </c:pt>
              <c:pt idx="1801">
                <c:v>-202.718</c:v>
              </c:pt>
              <c:pt idx="1802">
                <c:v>86.333</c:v>
              </c:pt>
              <c:pt idx="1803">
                <c:v>-33.518</c:v>
              </c:pt>
              <c:pt idx="1804">
                <c:v>-19.621</c:v>
              </c:pt>
              <c:pt idx="1805">
                <c:v>-34.575</c:v>
              </c:pt>
              <c:pt idx="1806">
                <c:v>-143.608</c:v>
              </c:pt>
              <c:pt idx="1807">
                <c:v>21.24</c:v>
              </c:pt>
              <c:pt idx="1808">
                <c:v>-141.135</c:v>
              </c:pt>
              <c:pt idx="1809">
                <c:v>15.237</c:v>
              </c:pt>
              <c:pt idx="1810">
                <c:v>27.362</c:v>
              </c:pt>
              <c:pt idx="1811">
                <c:v>102.578</c:v>
              </c:pt>
              <c:pt idx="1812">
                <c:v>-8.469</c:v>
              </c:pt>
              <c:pt idx="1813">
                <c:v>-78.665</c:v>
              </c:pt>
              <c:pt idx="1814">
                <c:v>-21.283</c:v>
              </c:pt>
              <c:pt idx="1815">
                <c:v>-211.823</c:v>
              </c:pt>
              <c:pt idx="1816">
                <c:v>-201.497</c:v>
              </c:pt>
              <c:pt idx="1817">
                <c:v>53.09</c:v>
              </c:pt>
              <c:pt idx="1818">
                <c:v>30.555</c:v>
              </c:pt>
              <c:pt idx="1819">
                <c:v>-16.695</c:v>
              </c:pt>
              <c:pt idx="1820">
                <c:v>-20.379</c:v>
              </c:pt>
              <c:pt idx="1821">
                <c:v>-90.078</c:v>
              </c:pt>
              <c:pt idx="1822">
                <c:v>-95.489</c:v>
              </c:pt>
              <c:pt idx="1823">
                <c:v>-21.615</c:v>
              </c:pt>
              <c:pt idx="1824">
                <c:v>-90.628</c:v>
              </c:pt>
              <c:pt idx="1825">
                <c:v>-114.097</c:v>
              </c:pt>
              <c:pt idx="1826">
                <c:v>-29.958</c:v>
              </c:pt>
              <c:pt idx="1827">
                <c:v>3.219</c:v>
              </c:pt>
              <c:pt idx="1828">
                <c:v>-4.378</c:v>
              </c:pt>
              <c:pt idx="1829">
                <c:v>-159.178</c:v>
              </c:pt>
              <c:pt idx="1830">
                <c:v>-11.882</c:v>
              </c:pt>
              <c:pt idx="1831">
                <c:v>-207.135</c:v>
              </c:pt>
              <c:pt idx="1832">
                <c:v>-174.195</c:v>
              </c:pt>
              <c:pt idx="1833">
                <c:v>-167.008</c:v>
              </c:pt>
              <c:pt idx="1834">
                <c:v>-56.95</c:v>
              </c:pt>
              <c:pt idx="1835">
                <c:v>-60.012</c:v>
              </c:pt>
              <c:pt idx="1836">
                <c:v>7.769</c:v>
              </c:pt>
              <c:pt idx="1837">
                <c:v>-144.408</c:v>
              </c:pt>
              <c:pt idx="1838">
                <c:v>-151.823</c:v>
              </c:pt>
              <c:pt idx="1839">
                <c:v>-185.562</c:v>
              </c:pt>
              <c:pt idx="1840">
                <c:v>-172.173</c:v>
              </c:pt>
              <c:pt idx="1841">
                <c:v>-161.078</c:v>
              </c:pt>
              <c:pt idx="1842">
                <c:v>-214.851</c:v>
              </c:pt>
              <c:pt idx="1843">
                <c:v>-102.995</c:v>
              </c:pt>
              <c:pt idx="1844">
                <c:v>20.841</c:v>
              </c:pt>
              <c:pt idx="1845">
                <c:v>-43.532</c:v>
              </c:pt>
              <c:pt idx="1846">
                <c:v>-200.832</c:v>
              </c:pt>
              <c:pt idx="1847">
                <c:v>111.553</c:v>
              </c:pt>
              <c:pt idx="1848">
                <c:v>-87.396</c:v>
              </c:pt>
              <c:pt idx="1849">
                <c:v>74.907</c:v>
              </c:pt>
              <c:pt idx="1850">
                <c:v>-174.509</c:v>
              </c:pt>
              <c:pt idx="1851">
                <c:v>112.09</c:v>
              </c:pt>
              <c:pt idx="1852">
                <c:v>-41.763</c:v>
              </c:pt>
              <c:pt idx="1853">
                <c:v>-40.929</c:v>
              </c:pt>
              <c:pt idx="1854">
                <c:v>-214.41</c:v>
              </c:pt>
              <c:pt idx="1855">
                <c:v>19.085</c:v>
              </c:pt>
              <c:pt idx="1856">
                <c:v>-50.054</c:v>
              </c:pt>
              <c:pt idx="1857">
                <c:v>8.927</c:v>
              </c:pt>
              <c:pt idx="1858">
                <c:v>-64.076</c:v>
              </c:pt>
              <c:pt idx="1859">
                <c:v>91.556</c:v>
              </c:pt>
              <c:pt idx="1860">
                <c:v>64.154</c:v>
              </c:pt>
              <c:pt idx="1861">
                <c:v>-9.426</c:v>
              </c:pt>
              <c:pt idx="1862">
                <c:v>-45.641</c:v>
              </c:pt>
              <c:pt idx="1863">
                <c:v>-11.351</c:v>
              </c:pt>
              <c:pt idx="1864">
                <c:v>71.388</c:v>
              </c:pt>
              <c:pt idx="1865">
                <c:v>-42.102</c:v>
              </c:pt>
              <c:pt idx="1866">
                <c:v>-140.69</c:v>
              </c:pt>
              <c:pt idx="1867">
                <c:v>-206.363</c:v>
              </c:pt>
              <c:pt idx="1868">
                <c:v>69.105</c:v>
              </c:pt>
              <c:pt idx="1869">
                <c:v>-41.608</c:v>
              </c:pt>
              <c:pt idx="1870">
                <c:v>-1.337</c:v>
              </c:pt>
              <c:pt idx="1871">
                <c:v>-93.771</c:v>
              </c:pt>
              <c:pt idx="1872">
                <c:v>-209.689</c:v>
              </c:pt>
              <c:pt idx="1873">
                <c:v>101.052</c:v>
              </c:pt>
              <c:pt idx="1874">
                <c:v>-17.087</c:v>
              </c:pt>
              <c:pt idx="1875">
                <c:v>-20.969</c:v>
              </c:pt>
              <c:pt idx="1876">
                <c:v>49.424</c:v>
              </c:pt>
              <c:pt idx="1877">
                <c:v>18.605</c:v>
              </c:pt>
              <c:pt idx="1878">
                <c:v>-7.906</c:v>
              </c:pt>
              <c:pt idx="1879">
                <c:v>-80.696</c:v>
              </c:pt>
              <c:pt idx="1880">
                <c:v>-46.294</c:v>
              </c:pt>
              <c:pt idx="1881">
                <c:v>-106.152</c:v>
              </c:pt>
              <c:pt idx="1882">
                <c:v>45.767</c:v>
              </c:pt>
              <c:pt idx="1883">
                <c:v>-45.327</c:v>
              </c:pt>
              <c:pt idx="1884">
                <c:v>-146.696</c:v>
              </c:pt>
              <c:pt idx="1885">
                <c:v>-35.252</c:v>
              </c:pt>
              <c:pt idx="1886">
                <c:v>75.692</c:v>
              </c:pt>
              <c:pt idx="1887">
                <c:v>-179.552</c:v>
              </c:pt>
              <c:pt idx="1888">
                <c:v>-206.588</c:v>
              </c:pt>
              <c:pt idx="1889">
                <c:v>-209.353</c:v>
              </c:pt>
              <c:pt idx="1890">
                <c:v>-4.494</c:v>
              </c:pt>
              <c:pt idx="1891">
                <c:v>-99.1</c:v>
              </c:pt>
              <c:pt idx="1892">
                <c:v>56.246</c:v>
              </c:pt>
              <c:pt idx="1893">
                <c:v>58.914</c:v>
              </c:pt>
              <c:pt idx="1894">
                <c:v>-86.978</c:v>
              </c:pt>
              <c:pt idx="1895">
                <c:v>24.603</c:v>
              </c:pt>
              <c:pt idx="1896">
                <c:v>-126.019</c:v>
              </c:pt>
              <c:pt idx="1897">
                <c:v>44.677</c:v>
              </c:pt>
              <c:pt idx="1898">
                <c:v>-170.955</c:v>
              </c:pt>
              <c:pt idx="1899">
                <c:v>-158.729</c:v>
              </c:pt>
              <c:pt idx="1900">
                <c:v>-198.718</c:v>
              </c:pt>
              <c:pt idx="1901">
                <c:v>-152.715</c:v>
              </c:pt>
              <c:pt idx="1902">
                <c:v>-72.245</c:v>
              </c:pt>
              <c:pt idx="1903">
                <c:v>-124.96</c:v>
              </c:pt>
              <c:pt idx="1904">
                <c:v>-61.178</c:v>
              </c:pt>
              <c:pt idx="1905">
                <c:v>-44.671</c:v>
              </c:pt>
              <c:pt idx="1906">
                <c:v>111.323</c:v>
              </c:pt>
              <c:pt idx="1907">
                <c:v>-144.291</c:v>
              </c:pt>
              <c:pt idx="1908">
                <c:v>-76.975</c:v>
              </c:pt>
              <c:pt idx="1909">
                <c:v>4.481</c:v>
              </c:pt>
              <c:pt idx="1910">
                <c:v>28.983</c:v>
              </c:pt>
              <c:pt idx="1911">
                <c:v>-44.15</c:v>
              </c:pt>
              <c:pt idx="1912">
                <c:v>-111.257</c:v>
              </c:pt>
              <c:pt idx="1913">
                <c:v>-178.76</c:v>
              </c:pt>
              <c:pt idx="1914">
                <c:v>-102.168</c:v>
              </c:pt>
              <c:pt idx="1915">
                <c:v>-48.283</c:v>
              </c:pt>
              <c:pt idx="1916">
                <c:v>12.159</c:v>
              </c:pt>
              <c:pt idx="1917">
                <c:v>-124.119</c:v>
              </c:pt>
              <c:pt idx="1918">
                <c:v>-126.942</c:v>
              </c:pt>
              <c:pt idx="1919">
                <c:v>-140.544</c:v>
              </c:pt>
              <c:pt idx="1920">
                <c:v>13.866</c:v>
              </c:pt>
              <c:pt idx="1921">
                <c:v>14.305</c:v>
              </c:pt>
              <c:pt idx="1922">
                <c:v>-3.848</c:v>
              </c:pt>
              <c:pt idx="1923">
                <c:v>25.821</c:v>
              </c:pt>
              <c:pt idx="1924">
                <c:v>-171.555</c:v>
              </c:pt>
              <c:pt idx="1925">
                <c:v>-171.448</c:v>
              </c:pt>
              <c:pt idx="1926">
                <c:v>-54.118</c:v>
              </c:pt>
              <c:pt idx="1927">
                <c:v>-187.438</c:v>
              </c:pt>
              <c:pt idx="1928">
                <c:v>18.776</c:v>
              </c:pt>
              <c:pt idx="1929">
                <c:v>-30.583</c:v>
              </c:pt>
              <c:pt idx="1930">
                <c:v>-13.135</c:v>
              </c:pt>
              <c:pt idx="1931">
                <c:v>-128.255</c:v>
              </c:pt>
              <c:pt idx="1932">
                <c:v>-50.588</c:v>
              </c:pt>
              <c:pt idx="1933">
                <c:v>32.27</c:v>
              </c:pt>
              <c:pt idx="1934">
                <c:v>-112.46</c:v>
              </c:pt>
              <c:pt idx="1935">
                <c:v>107.625</c:v>
              </c:pt>
              <c:pt idx="1936">
                <c:v>-88.214</c:v>
              </c:pt>
              <c:pt idx="1937">
                <c:v>41.771</c:v>
              </c:pt>
              <c:pt idx="1938">
                <c:v>-10.036</c:v>
              </c:pt>
              <c:pt idx="1939">
                <c:v>-2.045</c:v>
              </c:pt>
              <c:pt idx="1940">
                <c:v>-156.399</c:v>
              </c:pt>
              <c:pt idx="1941">
                <c:v>-146.723</c:v>
              </c:pt>
              <c:pt idx="1942">
                <c:v>-206.048</c:v>
              </c:pt>
              <c:pt idx="1943">
                <c:v>67.765</c:v>
              </c:pt>
              <c:pt idx="1944">
                <c:v>48.945</c:v>
              </c:pt>
              <c:pt idx="1945">
                <c:v>102.669</c:v>
              </c:pt>
              <c:pt idx="1946">
                <c:v>43.526</c:v>
              </c:pt>
              <c:pt idx="1947">
                <c:v>-198.464</c:v>
              </c:pt>
              <c:pt idx="1948">
                <c:v>81.738</c:v>
              </c:pt>
              <c:pt idx="1949">
                <c:v>-137.176</c:v>
              </c:pt>
              <c:pt idx="1950">
                <c:v>-201.457</c:v>
              </c:pt>
              <c:pt idx="1951">
                <c:v>23.63</c:v>
              </c:pt>
              <c:pt idx="1952">
                <c:v>-206.929</c:v>
              </c:pt>
              <c:pt idx="1953">
                <c:v>-101.403</c:v>
              </c:pt>
              <c:pt idx="1954">
                <c:v>-30.262</c:v>
              </c:pt>
              <c:pt idx="1955">
                <c:v>-29.159</c:v>
              </c:pt>
              <c:pt idx="1956">
                <c:v>-86.498</c:v>
              </c:pt>
              <c:pt idx="1957">
                <c:v>28.177</c:v>
              </c:pt>
              <c:pt idx="1958">
                <c:v>-143.485</c:v>
              </c:pt>
              <c:pt idx="1959">
                <c:v>2.855</c:v>
              </c:pt>
              <c:pt idx="1960">
                <c:v>20.625</c:v>
              </c:pt>
              <c:pt idx="1961">
                <c:v>26.522</c:v>
              </c:pt>
              <c:pt idx="1962">
                <c:v>-48.146</c:v>
              </c:pt>
              <c:pt idx="1963">
                <c:v>16.067</c:v>
              </c:pt>
              <c:pt idx="1964">
                <c:v>-39.15</c:v>
              </c:pt>
              <c:pt idx="1965">
                <c:v>102.152</c:v>
              </c:pt>
              <c:pt idx="1966">
                <c:v>-23.14</c:v>
              </c:pt>
              <c:pt idx="1967">
                <c:v>-0.359</c:v>
              </c:pt>
              <c:pt idx="1968">
                <c:v>26.807</c:v>
              </c:pt>
              <c:pt idx="1969">
                <c:v>-56.373</c:v>
              </c:pt>
              <c:pt idx="1970">
                <c:v>-16.113</c:v>
              </c:pt>
              <c:pt idx="1971">
                <c:v>-119.012</c:v>
              </c:pt>
              <c:pt idx="1972">
                <c:v>-60.611</c:v>
              </c:pt>
              <c:pt idx="1973">
                <c:v>-206.586</c:v>
              </c:pt>
              <c:pt idx="1974">
                <c:v>-181.432</c:v>
              </c:pt>
              <c:pt idx="1975">
                <c:v>-45.634</c:v>
              </c:pt>
              <c:pt idx="1976">
                <c:v>58.479</c:v>
              </c:pt>
              <c:pt idx="1977">
                <c:v>-0.537</c:v>
              </c:pt>
              <c:pt idx="1978">
                <c:v>-113.004</c:v>
              </c:pt>
              <c:pt idx="1979">
                <c:v>77.746</c:v>
              </c:pt>
              <c:pt idx="1980">
                <c:v>-110.177</c:v>
              </c:pt>
              <c:pt idx="1981">
                <c:v>-169.98</c:v>
              </c:pt>
              <c:pt idx="1982">
                <c:v>-18.953</c:v>
              </c:pt>
              <c:pt idx="1983">
                <c:v>-14.964</c:v>
              </c:pt>
              <c:pt idx="1984">
                <c:v>92.69</c:v>
              </c:pt>
              <c:pt idx="1985">
                <c:v>109.26</c:v>
              </c:pt>
              <c:pt idx="1986">
                <c:v>-121.755</c:v>
              </c:pt>
              <c:pt idx="1987">
                <c:v>50.941</c:v>
              </c:pt>
              <c:pt idx="1988">
                <c:v>70.92</c:v>
              </c:pt>
              <c:pt idx="1989">
                <c:v>-25.989</c:v>
              </c:pt>
              <c:pt idx="1990">
                <c:v>-186.597</c:v>
              </c:pt>
              <c:pt idx="1991">
                <c:v>25.245</c:v>
              </c:pt>
              <c:pt idx="1992">
                <c:v>113.202</c:v>
              </c:pt>
              <c:pt idx="1993">
                <c:v>110.765</c:v>
              </c:pt>
              <c:pt idx="1994">
                <c:v>2.456</c:v>
              </c:pt>
              <c:pt idx="1995">
                <c:v>-145.99</c:v>
              </c:pt>
              <c:pt idx="1996">
                <c:v>-203.426</c:v>
              </c:pt>
              <c:pt idx="1997">
                <c:v>-28.375</c:v>
              </c:pt>
              <c:pt idx="1998">
                <c:v>21.095</c:v>
              </c:pt>
              <c:pt idx="1999">
                <c:v>14.763</c:v>
              </c:pt>
              <c:pt idx="2000">
                <c:v>46.041</c:v>
              </c:pt>
              <c:pt idx="2001">
                <c:v>113.937</c:v>
              </c:pt>
              <c:pt idx="2002">
                <c:v>-21.06</c:v>
              </c:pt>
              <c:pt idx="2003">
                <c:v>-211.344</c:v>
              </c:pt>
              <c:pt idx="2004">
                <c:v>-162.411</c:v>
              </c:pt>
              <c:pt idx="2005">
                <c:v>-196.834</c:v>
              </c:pt>
              <c:pt idx="2006">
                <c:v>-103.609</c:v>
              </c:pt>
              <c:pt idx="2007">
                <c:v>3.738</c:v>
              </c:pt>
              <c:pt idx="2008">
                <c:v>-32.385</c:v>
              </c:pt>
              <c:pt idx="2009">
                <c:v>-178.729</c:v>
              </c:pt>
              <c:pt idx="2010">
                <c:v>50.098</c:v>
              </c:pt>
              <c:pt idx="2011">
                <c:v>-26.461</c:v>
              </c:pt>
              <c:pt idx="2012">
                <c:v>-122.197</c:v>
              </c:pt>
              <c:pt idx="2013">
                <c:v>-121.097</c:v>
              </c:pt>
              <c:pt idx="2014">
                <c:v>-62.947</c:v>
              </c:pt>
              <c:pt idx="2015">
                <c:v>47.204</c:v>
              </c:pt>
              <c:pt idx="2016">
                <c:v>-8.953</c:v>
              </c:pt>
              <c:pt idx="2017">
                <c:v>-206.735</c:v>
              </c:pt>
              <c:pt idx="2018">
                <c:v>34.325</c:v>
              </c:pt>
              <c:pt idx="2019">
                <c:v>-58.097</c:v>
              </c:pt>
              <c:pt idx="2020">
                <c:v>-127.165</c:v>
              </c:pt>
              <c:pt idx="2021">
                <c:v>-100.625</c:v>
              </c:pt>
              <c:pt idx="2022">
                <c:v>-20.088</c:v>
              </c:pt>
              <c:pt idx="2023">
                <c:v>-79.817</c:v>
              </c:pt>
              <c:pt idx="2024">
                <c:v>24.08</c:v>
              </c:pt>
              <c:pt idx="2025">
                <c:v>-140.086</c:v>
              </c:pt>
              <c:pt idx="2026">
                <c:v>-203.338</c:v>
              </c:pt>
              <c:pt idx="2027">
                <c:v>-58.983</c:v>
              </c:pt>
              <c:pt idx="2028">
                <c:v>95.904</c:v>
              </c:pt>
              <c:pt idx="2029">
                <c:v>5.001</c:v>
              </c:pt>
              <c:pt idx="2030">
                <c:v>-194.368</c:v>
              </c:pt>
              <c:pt idx="2031">
                <c:v>-29.694</c:v>
              </c:pt>
              <c:pt idx="2032">
                <c:v>-155.428</c:v>
              </c:pt>
              <c:pt idx="2033">
                <c:v>-212.062</c:v>
              </c:pt>
              <c:pt idx="2034">
                <c:v>-29.757</c:v>
              </c:pt>
              <c:pt idx="2035">
                <c:v>-92.346</c:v>
              </c:pt>
              <c:pt idx="2036">
                <c:v>70.092</c:v>
              </c:pt>
              <c:pt idx="2037">
                <c:v>-47.925</c:v>
              </c:pt>
              <c:pt idx="2038">
                <c:v>-199.501</c:v>
              </c:pt>
              <c:pt idx="2039">
                <c:v>14.294</c:v>
              </c:pt>
              <c:pt idx="2040">
                <c:v>41.844</c:v>
              </c:pt>
              <c:pt idx="2041">
                <c:v>-75.647</c:v>
              </c:pt>
              <c:pt idx="2042">
                <c:v>-174.957</c:v>
              </c:pt>
              <c:pt idx="2043">
                <c:v>30.973</c:v>
              </c:pt>
              <c:pt idx="2044">
                <c:v>-47.085</c:v>
              </c:pt>
              <c:pt idx="2045">
                <c:v>97.654</c:v>
              </c:pt>
              <c:pt idx="2046">
                <c:v>49.466</c:v>
              </c:pt>
              <c:pt idx="2047">
                <c:v>-62.303</c:v>
              </c:pt>
              <c:pt idx="2048">
                <c:v>-65.97</c:v>
              </c:pt>
              <c:pt idx="2049">
                <c:v>-68.989</c:v>
              </c:pt>
              <c:pt idx="2050">
                <c:v>39.899</c:v>
              </c:pt>
              <c:pt idx="2051">
                <c:v>97.227</c:v>
              </c:pt>
              <c:pt idx="2052">
                <c:v>-188.124</c:v>
              </c:pt>
              <c:pt idx="2053">
                <c:v>-41.238</c:v>
              </c:pt>
              <c:pt idx="2054">
                <c:v>-89.703</c:v>
              </c:pt>
              <c:pt idx="2055">
                <c:v>33.921</c:v>
              </c:pt>
              <c:pt idx="2056">
                <c:v>-11.163</c:v>
              </c:pt>
              <c:pt idx="2057">
                <c:v>-114.087</c:v>
              </c:pt>
              <c:pt idx="2058">
                <c:v>-2.75</c:v>
              </c:pt>
              <c:pt idx="2059">
                <c:v>31.2</c:v>
              </c:pt>
              <c:pt idx="2060">
                <c:v>114.967</c:v>
              </c:pt>
              <c:pt idx="2061">
                <c:v>-85.25</c:v>
              </c:pt>
              <c:pt idx="2062">
                <c:v>-187.829</c:v>
              </c:pt>
              <c:pt idx="2063">
                <c:v>-197.432</c:v>
              </c:pt>
              <c:pt idx="2064">
                <c:v>110.65</c:v>
              </c:pt>
              <c:pt idx="2065">
                <c:v>-80.531</c:v>
              </c:pt>
              <c:pt idx="2066">
                <c:v>-32.192</c:v>
              </c:pt>
              <c:pt idx="2067">
                <c:v>53.519</c:v>
              </c:pt>
              <c:pt idx="2068">
                <c:v>-113.679</c:v>
              </c:pt>
              <c:pt idx="2069">
                <c:v>-144.399</c:v>
              </c:pt>
              <c:pt idx="2070">
                <c:v>-185.569</c:v>
              </c:pt>
              <c:pt idx="2071">
                <c:v>-196.848</c:v>
              </c:pt>
              <c:pt idx="2072">
                <c:v>-68.875</c:v>
              </c:pt>
              <c:pt idx="2073">
                <c:v>-12.589</c:v>
              </c:pt>
              <c:pt idx="2074">
                <c:v>-53.976</c:v>
              </c:pt>
              <c:pt idx="2075">
                <c:v>-46.422</c:v>
              </c:pt>
              <c:pt idx="2076">
                <c:v>-7.952</c:v>
              </c:pt>
              <c:pt idx="2077">
                <c:v>-38.549</c:v>
              </c:pt>
              <c:pt idx="2078">
                <c:v>-174.266</c:v>
              </c:pt>
              <c:pt idx="2079">
                <c:v>-152.813</c:v>
              </c:pt>
              <c:pt idx="2080">
                <c:v>15.115</c:v>
              </c:pt>
              <c:pt idx="2081">
                <c:v>32.774</c:v>
              </c:pt>
              <c:pt idx="2082">
                <c:v>48.453</c:v>
              </c:pt>
              <c:pt idx="2083">
                <c:v>-123.528</c:v>
              </c:pt>
              <c:pt idx="2084">
                <c:v>-77.997</c:v>
              </c:pt>
              <c:pt idx="2085">
                <c:v>-196.105</c:v>
              </c:pt>
              <c:pt idx="2086">
                <c:v>-113.275</c:v>
              </c:pt>
              <c:pt idx="2087">
                <c:v>-81.396</c:v>
              </c:pt>
              <c:pt idx="2088">
                <c:v>36.382</c:v>
              </c:pt>
              <c:pt idx="2089">
                <c:v>-120.547</c:v>
              </c:pt>
              <c:pt idx="2090">
                <c:v>-102.428</c:v>
              </c:pt>
              <c:pt idx="2091">
                <c:v>82.358</c:v>
              </c:pt>
              <c:pt idx="2092">
                <c:v>-7.732</c:v>
              </c:pt>
              <c:pt idx="2093">
                <c:v>-149.083</c:v>
              </c:pt>
              <c:pt idx="2094">
                <c:v>-41.269</c:v>
              </c:pt>
              <c:pt idx="2095">
                <c:v>-148.832</c:v>
              </c:pt>
              <c:pt idx="2096">
                <c:v>113.471</c:v>
              </c:pt>
              <c:pt idx="2097">
                <c:v>69.466</c:v>
              </c:pt>
              <c:pt idx="2098">
                <c:v>-63.566</c:v>
              </c:pt>
              <c:pt idx="2099">
                <c:v>-141.515</c:v>
              </c:pt>
              <c:pt idx="2100">
                <c:v>34.611</c:v>
              </c:pt>
              <c:pt idx="2101">
                <c:v>95.839</c:v>
              </c:pt>
              <c:pt idx="2102">
                <c:v>-113.121</c:v>
              </c:pt>
              <c:pt idx="2103">
                <c:v>22.857</c:v>
              </c:pt>
              <c:pt idx="2104">
                <c:v>-49.142</c:v>
              </c:pt>
              <c:pt idx="2105">
                <c:v>93.628</c:v>
              </c:pt>
              <c:pt idx="2106">
                <c:v>-206.068</c:v>
              </c:pt>
              <c:pt idx="2107">
                <c:v>15.969</c:v>
              </c:pt>
              <c:pt idx="2108">
                <c:v>-214.002</c:v>
              </c:pt>
              <c:pt idx="2109">
                <c:v>16.077</c:v>
              </c:pt>
              <c:pt idx="2110">
                <c:v>-4.937</c:v>
              </c:pt>
              <c:pt idx="2111">
                <c:v>27.179</c:v>
              </c:pt>
              <c:pt idx="2112">
                <c:v>-19.593</c:v>
              </c:pt>
              <c:pt idx="2113">
                <c:v>-33.401</c:v>
              </c:pt>
              <c:pt idx="2114">
                <c:v>-143.102</c:v>
              </c:pt>
              <c:pt idx="2115">
                <c:v>-104.336</c:v>
              </c:pt>
              <c:pt idx="2116">
                <c:v>-162.779</c:v>
              </c:pt>
              <c:pt idx="2117">
                <c:v>60.904</c:v>
              </c:pt>
              <c:pt idx="2118">
                <c:v>102.313</c:v>
              </c:pt>
              <c:pt idx="2119">
                <c:v>-15.051</c:v>
              </c:pt>
              <c:pt idx="2120">
                <c:v>32.415</c:v>
              </c:pt>
              <c:pt idx="2121">
                <c:v>38.22</c:v>
              </c:pt>
              <c:pt idx="2122">
                <c:v>37.364</c:v>
              </c:pt>
              <c:pt idx="2123">
                <c:v>-64.997</c:v>
              </c:pt>
              <c:pt idx="2124">
                <c:v>8.055</c:v>
              </c:pt>
              <c:pt idx="2125">
                <c:v>-30.903</c:v>
              </c:pt>
              <c:pt idx="2126">
                <c:v>-213.043</c:v>
              </c:pt>
              <c:pt idx="2127">
                <c:v>-48.647</c:v>
              </c:pt>
              <c:pt idx="2128">
                <c:v>42.917</c:v>
              </c:pt>
              <c:pt idx="2129">
                <c:v>45.382</c:v>
              </c:pt>
              <c:pt idx="2130">
                <c:v>27.661</c:v>
              </c:pt>
              <c:pt idx="2131">
                <c:v>-35.137</c:v>
              </c:pt>
              <c:pt idx="2132">
                <c:v>-187.466</c:v>
              </c:pt>
              <c:pt idx="2133">
                <c:v>-74.588</c:v>
              </c:pt>
              <c:pt idx="2134">
                <c:v>-150.321</c:v>
              </c:pt>
              <c:pt idx="2135">
                <c:v>20.139</c:v>
              </c:pt>
              <c:pt idx="2136">
                <c:v>-48.174</c:v>
              </c:pt>
              <c:pt idx="2137">
                <c:v>19.31</c:v>
              </c:pt>
              <c:pt idx="2138">
                <c:v>-61.469</c:v>
              </c:pt>
              <c:pt idx="2139">
                <c:v>-138.669</c:v>
              </c:pt>
              <c:pt idx="2140">
                <c:v>28.952</c:v>
              </c:pt>
              <c:pt idx="2141">
                <c:v>-140.539</c:v>
              </c:pt>
              <c:pt idx="2142">
                <c:v>64.63</c:v>
              </c:pt>
              <c:pt idx="2143">
                <c:v>-191.586</c:v>
              </c:pt>
              <c:pt idx="2144">
                <c:v>-199.099</c:v>
              </c:pt>
              <c:pt idx="2145">
                <c:v>-148.331</c:v>
              </c:pt>
              <c:pt idx="2146">
                <c:v>110.042</c:v>
              </c:pt>
              <c:pt idx="2147">
                <c:v>-47.37</c:v>
              </c:pt>
              <c:pt idx="2148">
                <c:v>-81.938</c:v>
              </c:pt>
              <c:pt idx="2149">
                <c:v>-211.992</c:v>
              </c:pt>
              <c:pt idx="2150">
                <c:v>16.335</c:v>
              </c:pt>
              <c:pt idx="2151">
                <c:v>43.899</c:v>
              </c:pt>
              <c:pt idx="2152">
                <c:v>-196.392</c:v>
              </c:pt>
              <c:pt idx="2153">
                <c:v>5.546</c:v>
              </c:pt>
              <c:pt idx="2154">
                <c:v>-27.487</c:v>
              </c:pt>
              <c:pt idx="2155">
                <c:v>-105.537</c:v>
              </c:pt>
              <c:pt idx="2156">
                <c:v>-60.38</c:v>
              </c:pt>
              <c:pt idx="2157">
                <c:v>-193.524</c:v>
              </c:pt>
              <c:pt idx="2158">
                <c:v>20.434</c:v>
              </c:pt>
              <c:pt idx="2159">
                <c:v>11.876</c:v>
              </c:pt>
              <c:pt idx="2160">
                <c:v>-204.77</c:v>
              </c:pt>
              <c:pt idx="2161">
                <c:v>-123.189</c:v>
              </c:pt>
              <c:pt idx="2162">
                <c:v>21.21</c:v>
              </c:pt>
              <c:pt idx="2163">
                <c:v>-162.07</c:v>
              </c:pt>
              <c:pt idx="2164">
                <c:v>37.416</c:v>
              </c:pt>
              <c:pt idx="2165">
                <c:v>50.054</c:v>
              </c:pt>
              <c:pt idx="2166">
                <c:v>-191.162</c:v>
              </c:pt>
              <c:pt idx="2167">
                <c:v>-0.802</c:v>
              </c:pt>
              <c:pt idx="2168">
                <c:v>23.348</c:v>
              </c:pt>
              <c:pt idx="2169">
                <c:v>-212.003</c:v>
              </c:pt>
              <c:pt idx="2170">
                <c:v>-137.131</c:v>
              </c:pt>
              <c:pt idx="2171">
                <c:v>-1.334</c:v>
              </c:pt>
              <c:pt idx="2172">
                <c:v>62.614</c:v>
              </c:pt>
              <c:pt idx="2173">
                <c:v>-97.074</c:v>
              </c:pt>
              <c:pt idx="2174">
                <c:v>-25.929</c:v>
              </c:pt>
              <c:pt idx="2175">
                <c:v>-13.366</c:v>
              </c:pt>
              <c:pt idx="2176">
                <c:v>-96.206</c:v>
              </c:pt>
              <c:pt idx="2177">
                <c:v>112.286</c:v>
              </c:pt>
              <c:pt idx="2178">
                <c:v>-101.726</c:v>
              </c:pt>
              <c:pt idx="2179">
                <c:v>1.483</c:v>
              </c:pt>
              <c:pt idx="2180">
                <c:v>47.385</c:v>
              </c:pt>
              <c:pt idx="2181">
                <c:v>-204.62</c:v>
              </c:pt>
              <c:pt idx="2182">
                <c:v>-212.183</c:v>
              </c:pt>
              <c:pt idx="2183">
                <c:v>46.515</c:v>
              </c:pt>
              <c:pt idx="2184">
                <c:v>35.837</c:v>
              </c:pt>
              <c:pt idx="2185">
                <c:v>-47.044</c:v>
              </c:pt>
              <c:pt idx="2186">
                <c:v>-144.015</c:v>
              </c:pt>
              <c:pt idx="2187">
                <c:v>36.863</c:v>
              </c:pt>
              <c:pt idx="2188">
                <c:v>54.441</c:v>
              </c:pt>
              <c:pt idx="2189">
                <c:v>100.883</c:v>
              </c:pt>
              <c:pt idx="2190">
                <c:v>60.887</c:v>
              </c:pt>
              <c:pt idx="2191">
                <c:v>4.864</c:v>
              </c:pt>
              <c:pt idx="2192">
                <c:v>-108.875</c:v>
              </c:pt>
              <c:pt idx="2193">
                <c:v>96.065</c:v>
              </c:pt>
              <c:pt idx="2194">
                <c:v>26.04</c:v>
              </c:pt>
              <c:pt idx="2195">
                <c:v>-119.517</c:v>
              </c:pt>
              <c:pt idx="2196">
                <c:v>-153.055</c:v>
              </c:pt>
              <c:pt idx="2197">
                <c:v>-186.471</c:v>
              </c:pt>
              <c:pt idx="2198">
                <c:v>112.522</c:v>
              </c:pt>
              <c:pt idx="2199">
                <c:v>94.938</c:v>
              </c:pt>
              <c:pt idx="2200">
                <c:v>46.521</c:v>
              </c:pt>
              <c:pt idx="2201">
                <c:v>-159.226</c:v>
              </c:pt>
              <c:pt idx="2202">
                <c:v>-9.938</c:v>
              </c:pt>
              <c:pt idx="2203">
                <c:v>-27.621</c:v>
              </c:pt>
              <c:pt idx="2204">
                <c:v>91.685</c:v>
              </c:pt>
              <c:pt idx="2205">
                <c:v>45.322</c:v>
              </c:pt>
              <c:pt idx="2206">
                <c:v>-212.748</c:v>
              </c:pt>
              <c:pt idx="2207">
                <c:v>-65.112</c:v>
              </c:pt>
              <c:pt idx="2208">
                <c:v>47.831</c:v>
              </c:pt>
              <c:pt idx="2209">
                <c:v>-156.942</c:v>
              </c:pt>
              <c:pt idx="2210">
                <c:v>-52.29</c:v>
              </c:pt>
              <c:pt idx="2211">
                <c:v>110.198</c:v>
              </c:pt>
              <c:pt idx="2212">
                <c:v>-186.581</c:v>
              </c:pt>
              <c:pt idx="2213">
                <c:v>-161.517</c:v>
              </c:pt>
              <c:pt idx="2214">
                <c:v>18.502</c:v>
              </c:pt>
              <c:pt idx="2215">
                <c:v>5.148</c:v>
              </c:pt>
              <c:pt idx="2216">
                <c:v>-126.493</c:v>
              </c:pt>
              <c:pt idx="2217">
                <c:v>-34.65</c:v>
              </c:pt>
              <c:pt idx="2218">
                <c:v>-105.401</c:v>
              </c:pt>
              <c:pt idx="2219">
                <c:v>-106.976</c:v>
              </c:pt>
              <c:pt idx="2220">
                <c:v>18.063</c:v>
              </c:pt>
              <c:pt idx="2221">
                <c:v>-148.843</c:v>
              </c:pt>
              <c:pt idx="2222">
                <c:v>5.468</c:v>
              </c:pt>
              <c:pt idx="2223">
                <c:v>35.925</c:v>
              </c:pt>
              <c:pt idx="2224">
                <c:v>48.541</c:v>
              </c:pt>
              <c:pt idx="2225">
                <c:v>14.809</c:v>
              </c:pt>
              <c:pt idx="2226">
                <c:v>-73.004</c:v>
              </c:pt>
              <c:pt idx="2227">
                <c:v>51.114</c:v>
              </c:pt>
              <c:pt idx="2228">
                <c:v>31.031</c:v>
              </c:pt>
              <c:pt idx="2229">
                <c:v>-21.115</c:v>
              </c:pt>
              <c:pt idx="2230">
                <c:v>-191.566</c:v>
              </c:pt>
              <c:pt idx="2231">
                <c:v>-52.818</c:v>
              </c:pt>
              <c:pt idx="2232">
                <c:v>-1.16</c:v>
              </c:pt>
              <c:pt idx="2233">
                <c:v>-4.156</c:v>
              </c:pt>
              <c:pt idx="2234">
                <c:v>-214.087</c:v>
              </c:pt>
              <c:pt idx="2235">
                <c:v>-206.681</c:v>
              </c:pt>
              <c:pt idx="2236">
                <c:v>-41.995</c:v>
              </c:pt>
              <c:pt idx="2237">
                <c:v>-200.597</c:v>
              </c:pt>
              <c:pt idx="2238">
                <c:v>-82.815</c:v>
              </c:pt>
              <c:pt idx="2239">
                <c:v>-204.314</c:v>
              </c:pt>
              <c:pt idx="2240">
                <c:v>-99.117</c:v>
              </c:pt>
              <c:pt idx="2241">
                <c:v>76.182</c:v>
              </c:pt>
              <c:pt idx="2242">
                <c:v>-118.312</c:v>
              </c:pt>
              <c:pt idx="2243">
                <c:v>92.092</c:v>
              </c:pt>
              <c:pt idx="2244">
                <c:v>-139.696</c:v>
              </c:pt>
              <c:pt idx="2245">
                <c:v>-148.049</c:v>
              </c:pt>
              <c:pt idx="2246">
                <c:v>39.944</c:v>
              </c:pt>
              <c:pt idx="2247">
                <c:v>-35.754</c:v>
              </c:pt>
              <c:pt idx="2248">
                <c:v>28.121</c:v>
              </c:pt>
              <c:pt idx="2249">
                <c:v>-155.543</c:v>
              </c:pt>
              <c:pt idx="2250">
                <c:v>-72.53</c:v>
              </c:pt>
              <c:pt idx="2251">
                <c:v>-59.698</c:v>
              </c:pt>
              <c:pt idx="2252">
                <c:v>-194.303</c:v>
              </c:pt>
              <c:pt idx="2253">
                <c:v>-2.617</c:v>
              </c:pt>
              <c:pt idx="2254">
                <c:v>37.773</c:v>
              </c:pt>
              <c:pt idx="2255">
                <c:v>-148.099</c:v>
              </c:pt>
              <c:pt idx="2256">
                <c:v>-22.231</c:v>
              </c:pt>
              <c:pt idx="2257">
                <c:v>109.005</c:v>
              </c:pt>
              <c:pt idx="2258">
                <c:v>-49.435</c:v>
              </c:pt>
              <c:pt idx="2259">
                <c:v>-78.78</c:v>
              </c:pt>
              <c:pt idx="2260">
                <c:v>-205.676</c:v>
              </c:pt>
              <c:pt idx="2261">
                <c:v>-97.162</c:v>
              </c:pt>
              <c:pt idx="2262">
                <c:v>-43.697</c:v>
              </c:pt>
              <c:pt idx="2263">
                <c:v>-200.456</c:v>
              </c:pt>
              <c:pt idx="2264">
                <c:v>47.154</c:v>
              </c:pt>
              <c:pt idx="2265">
                <c:v>-114.765</c:v>
              </c:pt>
              <c:pt idx="2266">
                <c:v>-161.726</c:v>
              </c:pt>
              <c:pt idx="2267">
                <c:v>6.719</c:v>
              </c:pt>
              <c:pt idx="2268">
                <c:v>-151.984</c:v>
              </c:pt>
              <c:pt idx="2269">
                <c:v>35.135</c:v>
              </c:pt>
              <c:pt idx="2270">
                <c:v>-95.717</c:v>
              </c:pt>
              <c:pt idx="2271">
                <c:v>-64.085</c:v>
              </c:pt>
              <c:pt idx="2272">
                <c:v>-7.972</c:v>
              </c:pt>
              <c:pt idx="2273">
                <c:v>-191.645</c:v>
              </c:pt>
              <c:pt idx="2274">
                <c:v>-211.971</c:v>
              </c:pt>
              <c:pt idx="2275">
                <c:v>-193.558</c:v>
              </c:pt>
              <c:pt idx="2276">
                <c:v>-208.609</c:v>
              </c:pt>
              <c:pt idx="2277">
                <c:v>-195.474</c:v>
              </c:pt>
              <c:pt idx="2278">
                <c:v>-212.046</c:v>
              </c:pt>
              <c:pt idx="2279">
                <c:v>20.522</c:v>
              </c:pt>
              <c:pt idx="2280">
                <c:v>-213.465</c:v>
              </c:pt>
              <c:pt idx="2281">
                <c:v>-204.493</c:v>
              </c:pt>
              <c:pt idx="2282">
                <c:v>-192.958</c:v>
              </c:pt>
              <c:pt idx="2283">
                <c:v>-207.979</c:v>
              </c:pt>
              <c:pt idx="2284">
                <c:v>-196.835</c:v>
              </c:pt>
              <c:pt idx="2285">
                <c:v>-205.005</c:v>
              </c:pt>
              <c:pt idx="2286">
                <c:v>-210.87</c:v>
              </c:pt>
              <c:pt idx="2287">
                <c:v>-203.223</c:v>
              </c:pt>
              <c:pt idx="2288">
                <c:v>-191.417</c:v>
              </c:pt>
              <c:pt idx="2289">
                <c:v>-193.509</c:v>
              </c:pt>
              <c:pt idx="2290">
                <c:v>-212.519</c:v>
              </c:pt>
              <c:pt idx="2291">
                <c:v>-191.553</c:v>
              </c:pt>
              <c:pt idx="2292">
                <c:v>-205.814</c:v>
              </c:pt>
              <c:pt idx="2293">
                <c:v>101.786</c:v>
              </c:pt>
              <c:pt idx="2294">
                <c:v>-206.848</c:v>
              </c:pt>
              <c:pt idx="2295">
                <c:v>-201.33</c:v>
              </c:pt>
              <c:pt idx="2296">
                <c:v>-208.975</c:v>
              </c:pt>
              <c:pt idx="2297">
                <c:v>-193.488</c:v>
              </c:pt>
              <c:pt idx="2298">
                <c:v>-191.648</c:v>
              </c:pt>
              <c:pt idx="2299">
                <c:v>-210.795</c:v>
              </c:pt>
              <c:pt idx="2300">
                <c:v>-21.298</c:v>
              </c:pt>
              <c:pt idx="2301">
                <c:v>96.736</c:v>
              </c:pt>
              <c:pt idx="2302">
                <c:v>-208.006</c:v>
              </c:pt>
              <c:pt idx="2303">
                <c:v>-204.129</c:v>
              </c:pt>
              <c:pt idx="2304">
                <c:v>-206.987</c:v>
              </c:pt>
              <c:pt idx="2305">
                <c:v>-193.64</c:v>
              </c:pt>
              <c:pt idx="2306">
                <c:v>-203.203</c:v>
              </c:pt>
              <c:pt idx="2307">
                <c:v>-192.543</c:v>
              </c:pt>
              <c:pt idx="2308">
                <c:v>-159.433</c:v>
              </c:pt>
              <c:pt idx="2309">
                <c:v>-195.152</c:v>
              </c:pt>
              <c:pt idx="2310">
                <c:v>-201.014</c:v>
              </c:pt>
              <c:pt idx="2311">
                <c:v>-199.092</c:v>
              </c:pt>
              <c:pt idx="2312">
                <c:v>-198.445</c:v>
              </c:pt>
              <c:pt idx="2313">
                <c:v>20.714</c:v>
              </c:pt>
              <c:pt idx="2314">
                <c:v>-197.025</c:v>
              </c:pt>
              <c:pt idx="2315">
                <c:v>-202.359</c:v>
              </c:pt>
              <c:pt idx="2316">
                <c:v>104.538</c:v>
              </c:pt>
              <c:pt idx="2317">
                <c:v>-192.397</c:v>
              </c:pt>
              <c:pt idx="2318">
                <c:v>-146.897</c:v>
              </c:pt>
              <c:pt idx="2319">
                <c:v>-111.812</c:v>
              </c:pt>
              <c:pt idx="2320">
                <c:v>-137.628</c:v>
              </c:pt>
              <c:pt idx="2321">
                <c:v>-141.406</c:v>
              </c:pt>
              <c:pt idx="2322">
                <c:v>-110.733</c:v>
              </c:pt>
              <c:pt idx="2323">
                <c:v>-112.322</c:v>
              </c:pt>
              <c:pt idx="2324">
                <c:v>-117.599</c:v>
              </c:pt>
              <c:pt idx="2325">
                <c:v>-108.871</c:v>
              </c:pt>
              <c:pt idx="2326">
                <c:v>-111.974</c:v>
              </c:pt>
              <c:pt idx="2327">
                <c:v>-127.021</c:v>
              </c:pt>
              <c:pt idx="2328">
                <c:v>-133.836</c:v>
              </c:pt>
              <c:pt idx="2329">
                <c:v>-130.211</c:v>
              </c:pt>
              <c:pt idx="2330">
                <c:v>-140.412</c:v>
              </c:pt>
              <c:pt idx="2331">
                <c:v>-127.804</c:v>
              </c:pt>
              <c:pt idx="2332">
                <c:v>-117.529</c:v>
              </c:pt>
              <c:pt idx="2333">
                <c:v>-144.512</c:v>
              </c:pt>
              <c:pt idx="2334">
                <c:v>-122.412</c:v>
              </c:pt>
              <c:pt idx="2335">
                <c:v>-125.657</c:v>
              </c:pt>
              <c:pt idx="2336">
                <c:v>-131.405</c:v>
              </c:pt>
              <c:pt idx="2337">
                <c:v>-117.621</c:v>
              </c:pt>
              <c:pt idx="2338">
                <c:v>-138.621</c:v>
              </c:pt>
              <c:pt idx="2339">
                <c:v>-117.087</c:v>
              </c:pt>
              <c:pt idx="2340">
                <c:v>-138.922</c:v>
              </c:pt>
              <c:pt idx="2341">
                <c:v>-123.774</c:v>
              </c:pt>
              <c:pt idx="2342">
                <c:v>-21.689</c:v>
              </c:pt>
              <c:pt idx="2343">
                <c:v>-123.042</c:v>
              </c:pt>
              <c:pt idx="2344">
                <c:v>-128.992</c:v>
              </c:pt>
              <c:pt idx="2345">
                <c:v>-138.944</c:v>
              </c:pt>
              <c:pt idx="2346">
                <c:v>-117.728</c:v>
              </c:pt>
              <c:pt idx="2347">
                <c:v>-141.826</c:v>
              </c:pt>
              <c:pt idx="2348">
                <c:v>-123.209</c:v>
              </c:pt>
              <c:pt idx="2349">
                <c:v>-145.162</c:v>
              </c:pt>
              <c:pt idx="2350">
                <c:v>21.374</c:v>
              </c:pt>
              <c:pt idx="2351">
                <c:v>-133.982</c:v>
              </c:pt>
              <c:pt idx="2352">
                <c:v>-203.998</c:v>
              </c:pt>
              <c:pt idx="2353">
                <c:v>-133.993</c:v>
              </c:pt>
              <c:pt idx="2354">
                <c:v>-138.941</c:v>
              </c:pt>
              <c:pt idx="2355">
                <c:v>30.461</c:v>
              </c:pt>
              <c:pt idx="2356">
                <c:v>-118.833</c:v>
              </c:pt>
              <c:pt idx="2357">
                <c:v>-131.418</c:v>
              </c:pt>
              <c:pt idx="2358">
                <c:v>-143.7</c:v>
              </c:pt>
              <c:pt idx="2359">
                <c:v>-131.973</c:v>
              </c:pt>
              <c:pt idx="2360">
                <c:v>-112.8</c:v>
              </c:pt>
              <c:pt idx="2361">
                <c:v>-108.18</c:v>
              </c:pt>
              <c:pt idx="2362">
                <c:v>-130.922</c:v>
              </c:pt>
              <c:pt idx="2363">
                <c:v>-111.482</c:v>
              </c:pt>
              <c:pt idx="2364">
                <c:v>-147.176</c:v>
              </c:pt>
              <c:pt idx="2365">
                <c:v>-149.594</c:v>
              </c:pt>
              <c:pt idx="2366">
                <c:v>-144.674</c:v>
              </c:pt>
              <c:pt idx="2367">
                <c:v>-132.008</c:v>
              </c:pt>
              <c:pt idx="2368">
                <c:v>-110.458</c:v>
              </c:pt>
              <c:pt idx="2369">
                <c:v>-136.755</c:v>
              </c:pt>
              <c:pt idx="2370">
                <c:v>-130.505</c:v>
              </c:pt>
              <c:pt idx="2371">
                <c:v>-145.577</c:v>
              </c:pt>
              <c:pt idx="2372">
                <c:v>-120.898</c:v>
              </c:pt>
              <c:pt idx="2373">
                <c:v>-115.347</c:v>
              </c:pt>
              <c:pt idx="2374">
                <c:v>-145.032</c:v>
              </c:pt>
              <c:pt idx="2375">
                <c:v>-129.28</c:v>
              </c:pt>
              <c:pt idx="2376">
                <c:v>-111.02</c:v>
              </c:pt>
              <c:pt idx="2377">
                <c:v>-133.473</c:v>
              </c:pt>
              <c:pt idx="2378">
                <c:v>-146.119</c:v>
              </c:pt>
              <c:pt idx="2379">
                <c:v>-149.615</c:v>
              </c:pt>
              <c:pt idx="2380">
                <c:v>-145.728</c:v>
              </c:pt>
              <c:pt idx="2381">
                <c:v>-123.258</c:v>
              </c:pt>
              <c:pt idx="2382">
                <c:v>-116.261</c:v>
              </c:pt>
              <c:pt idx="2383">
                <c:v>-125.45</c:v>
              </c:pt>
              <c:pt idx="2384">
                <c:v>-114.93</c:v>
              </c:pt>
              <c:pt idx="2385">
                <c:v>-118.129</c:v>
              </c:pt>
              <c:pt idx="2386">
                <c:v>-142.67</c:v>
              </c:pt>
              <c:pt idx="2387">
                <c:v>-123.15</c:v>
              </c:pt>
              <c:pt idx="2388">
                <c:v>-124.853</c:v>
              </c:pt>
              <c:pt idx="2389">
                <c:v>-11.094</c:v>
              </c:pt>
              <c:pt idx="2390">
                <c:v>-197.276</c:v>
              </c:pt>
              <c:pt idx="2391">
                <c:v>-202.127</c:v>
              </c:pt>
              <c:pt idx="2392">
                <c:v>-204.053</c:v>
              </c:pt>
              <c:pt idx="2393">
                <c:v>-191.197</c:v>
              </c:pt>
              <c:pt idx="2394">
                <c:v>-187.006</c:v>
              </c:pt>
              <c:pt idx="2395">
                <c:v>-199.351</c:v>
              </c:pt>
              <c:pt idx="2396">
                <c:v>-172.685</c:v>
              </c:pt>
              <c:pt idx="2397">
                <c:v>-118.129</c:v>
              </c:pt>
              <c:pt idx="2398">
                <c:v>-180.904</c:v>
              </c:pt>
              <c:pt idx="2399">
                <c:v>-20.259</c:v>
              </c:pt>
              <c:pt idx="2400">
                <c:v>-197.768</c:v>
              </c:pt>
              <c:pt idx="2401">
                <c:v>-197.703</c:v>
              </c:pt>
              <c:pt idx="2402">
                <c:v>-168.933</c:v>
              </c:pt>
              <c:pt idx="2403">
                <c:v>-191.502</c:v>
              </c:pt>
              <c:pt idx="2404">
                <c:v>2.208</c:v>
              </c:pt>
              <c:pt idx="2405">
                <c:v>-197.953</c:v>
              </c:pt>
              <c:pt idx="2406">
                <c:v>-188.372</c:v>
              </c:pt>
              <c:pt idx="2407">
                <c:v>-181.874</c:v>
              </c:pt>
              <c:pt idx="2408">
                <c:v>98.11</c:v>
              </c:pt>
              <c:pt idx="2409">
                <c:v>-173.065</c:v>
              </c:pt>
              <c:pt idx="2410">
                <c:v>-173.683</c:v>
              </c:pt>
              <c:pt idx="2411">
                <c:v>-174.182</c:v>
              </c:pt>
              <c:pt idx="2412">
                <c:v>-171.109</c:v>
              </c:pt>
              <c:pt idx="2413">
                <c:v>-204.595</c:v>
              </c:pt>
              <c:pt idx="2414">
                <c:v>101.753</c:v>
              </c:pt>
              <c:pt idx="2415">
                <c:v>-173.717</c:v>
              </c:pt>
              <c:pt idx="2416">
                <c:v>-191.365</c:v>
              </c:pt>
              <c:pt idx="2417">
                <c:v>-200.979</c:v>
              </c:pt>
              <c:pt idx="2418">
                <c:v>-188.867</c:v>
              </c:pt>
              <c:pt idx="2419">
                <c:v>-203.986</c:v>
              </c:pt>
              <c:pt idx="2420">
                <c:v>-188.077</c:v>
              </c:pt>
              <c:pt idx="2421">
                <c:v>-175.731</c:v>
              </c:pt>
              <c:pt idx="2422">
                <c:v>-186.658</c:v>
              </c:pt>
              <c:pt idx="2423">
                <c:v>-195.28</c:v>
              </c:pt>
              <c:pt idx="2424">
                <c:v>-197.504</c:v>
              </c:pt>
              <c:pt idx="2425">
                <c:v>-176.288</c:v>
              </c:pt>
              <c:pt idx="2426">
                <c:v>-170.925</c:v>
              </c:pt>
              <c:pt idx="2427">
                <c:v>-185.186</c:v>
              </c:pt>
              <c:pt idx="2428">
                <c:v>-170.273</c:v>
              </c:pt>
              <c:pt idx="2429">
                <c:v>-32.492</c:v>
              </c:pt>
              <c:pt idx="2430">
                <c:v>-169.153</c:v>
              </c:pt>
              <c:pt idx="2431">
                <c:v>-182.697</c:v>
              </c:pt>
              <c:pt idx="2432">
                <c:v>-172.731</c:v>
              </c:pt>
              <c:pt idx="2433">
                <c:v>-174.46</c:v>
              </c:pt>
              <c:pt idx="2434">
                <c:v>-184.846</c:v>
              </c:pt>
              <c:pt idx="2435">
                <c:v>-187.713</c:v>
              </c:pt>
              <c:pt idx="2436">
                <c:v>-188.058</c:v>
              </c:pt>
              <c:pt idx="2437">
                <c:v>-191.735</c:v>
              </c:pt>
              <c:pt idx="2438">
                <c:v>-194.728</c:v>
              </c:pt>
              <c:pt idx="2439">
                <c:v>-211.373</c:v>
              </c:pt>
              <c:pt idx="2440">
                <c:v>-179.281</c:v>
              </c:pt>
              <c:pt idx="2441">
                <c:v>-179.071</c:v>
              </c:pt>
              <c:pt idx="2442">
                <c:v>-197.355</c:v>
              </c:pt>
              <c:pt idx="2443">
                <c:v>-196.361</c:v>
              </c:pt>
              <c:pt idx="2444">
                <c:v>-211.49</c:v>
              </c:pt>
              <c:pt idx="2445">
                <c:v>-192.126</c:v>
              </c:pt>
              <c:pt idx="2446">
                <c:v>73.283</c:v>
              </c:pt>
              <c:pt idx="2447">
                <c:v>-193.246</c:v>
              </c:pt>
              <c:pt idx="2448">
                <c:v>-195.594</c:v>
              </c:pt>
              <c:pt idx="2449">
                <c:v>-20.003</c:v>
              </c:pt>
              <c:pt idx="2450">
                <c:v>-207.526</c:v>
              </c:pt>
              <c:pt idx="2451">
                <c:v>-210.599</c:v>
              </c:pt>
              <c:pt idx="2452">
                <c:v>-209.743</c:v>
              </c:pt>
              <c:pt idx="2453">
                <c:v>-214.658</c:v>
              </c:pt>
              <c:pt idx="2454">
                <c:v>-207.902</c:v>
              </c:pt>
              <c:pt idx="2455">
                <c:v>-213.34</c:v>
              </c:pt>
              <c:pt idx="2456">
                <c:v>-206.979</c:v>
              </c:pt>
              <c:pt idx="2457">
                <c:v>-214.228</c:v>
              </c:pt>
              <c:pt idx="2458">
                <c:v>-204.84</c:v>
              </c:pt>
              <c:pt idx="2459">
                <c:v>-204.441</c:v>
              </c:pt>
              <c:pt idx="2460">
                <c:v>-205.818</c:v>
              </c:pt>
              <c:pt idx="2461">
                <c:v>-206.614</c:v>
              </c:pt>
              <c:pt idx="2462">
                <c:v>-208.006</c:v>
              </c:pt>
              <c:pt idx="2463">
                <c:v>-210.821</c:v>
              </c:pt>
              <c:pt idx="2464">
                <c:v>-148.686</c:v>
              </c:pt>
              <c:pt idx="2465">
                <c:v>0.249</c:v>
              </c:pt>
              <c:pt idx="2466">
                <c:v>-211.215</c:v>
              </c:pt>
              <c:pt idx="2467">
                <c:v>-203.658</c:v>
              </c:pt>
              <c:pt idx="2468">
                <c:v>-27.689</c:v>
              </c:pt>
              <c:pt idx="2469">
                <c:v>-209.573</c:v>
              </c:pt>
              <c:pt idx="2470">
                <c:v>-210.381</c:v>
              </c:pt>
              <c:pt idx="2471">
                <c:v>-18.368</c:v>
              </c:pt>
              <c:pt idx="2472">
                <c:v>36.663</c:v>
              </c:pt>
              <c:pt idx="2473">
                <c:v>-210.503</c:v>
              </c:pt>
              <c:pt idx="2474">
                <c:v>-202.174</c:v>
              </c:pt>
              <c:pt idx="2475">
                <c:v>-205.404</c:v>
              </c:pt>
              <c:pt idx="2476">
                <c:v>-204.125</c:v>
              </c:pt>
              <c:pt idx="2477">
                <c:v>-212.877</c:v>
              </c:pt>
              <c:pt idx="2478">
                <c:v>-207.127</c:v>
              </c:pt>
              <c:pt idx="2479">
                <c:v>-205.491</c:v>
              </c:pt>
              <c:pt idx="2480">
                <c:v>-207.503</c:v>
              </c:pt>
              <c:pt idx="2481">
                <c:v>-213.007</c:v>
              </c:pt>
              <c:pt idx="2482">
                <c:v>9.688</c:v>
              </c:pt>
              <c:pt idx="2483">
                <c:v>-211.443</c:v>
              </c:pt>
              <c:pt idx="2484">
                <c:v>-201.995</c:v>
              </c:pt>
              <c:pt idx="2485">
                <c:v>-214.781</c:v>
              </c:pt>
              <c:pt idx="2486">
                <c:v>-209.79</c:v>
              </c:pt>
              <c:pt idx="2487">
                <c:v>-212.242</c:v>
              </c:pt>
              <c:pt idx="2488">
                <c:v>-210.597</c:v>
              </c:pt>
              <c:pt idx="2489">
                <c:v>-204.02</c:v>
              </c:pt>
              <c:pt idx="2490">
                <c:v>-214.95</c:v>
              </c:pt>
              <c:pt idx="2491">
                <c:v>-210.381</c:v>
              </c:pt>
              <c:pt idx="2492">
                <c:v>-214.581</c:v>
              </c:pt>
              <c:pt idx="2493">
                <c:v>-212.884</c:v>
              </c:pt>
              <c:pt idx="2494">
                <c:v>-195.881</c:v>
              </c:pt>
              <c:pt idx="2495">
                <c:v>-207.709</c:v>
              </c:pt>
              <c:pt idx="2496">
                <c:v>-185.797</c:v>
              </c:pt>
              <c:pt idx="2497">
                <c:v>-208.209</c:v>
              </c:pt>
              <c:pt idx="2498">
                <c:v>-206.857</c:v>
              </c:pt>
              <c:pt idx="2499">
                <c:v>37.766</c:v>
              </c:pt>
              <c:pt idx="2500">
                <c:v>25.068</c:v>
              </c:pt>
              <c:pt idx="2501">
                <c:v>-206.992</c:v>
              </c:pt>
              <c:pt idx="2502">
                <c:v>-211.481</c:v>
              </c:pt>
              <c:pt idx="2503">
                <c:v>-210.064</c:v>
              </c:pt>
              <c:pt idx="2504">
                <c:v>-211.112</c:v>
              </c:pt>
              <c:pt idx="2505">
                <c:v>-207.356</c:v>
              </c:pt>
              <c:pt idx="2506">
                <c:v>-205.59</c:v>
              </c:pt>
              <c:pt idx="2507">
                <c:v>-209.752</c:v>
              </c:pt>
              <c:pt idx="2508">
                <c:v>-201.161</c:v>
              </c:pt>
              <c:pt idx="2509">
                <c:v>-187.281</c:v>
              </c:pt>
              <c:pt idx="2510">
                <c:v>-206.4</c:v>
              </c:pt>
              <c:pt idx="2511">
                <c:v>-202.518</c:v>
              </c:pt>
              <c:pt idx="2512">
                <c:v>-206.753</c:v>
              </c:pt>
              <c:pt idx="2513">
                <c:v>-194.769</c:v>
              </c:pt>
              <c:pt idx="2514">
                <c:v>-210.704</c:v>
              </c:pt>
              <c:pt idx="2515">
                <c:v>-199.599</c:v>
              </c:pt>
              <c:pt idx="2516">
                <c:v>-208.256</c:v>
              </c:pt>
              <c:pt idx="2517">
                <c:v>-214.263</c:v>
              </c:pt>
              <c:pt idx="2518">
                <c:v>-194.185</c:v>
              </c:pt>
              <c:pt idx="2519">
                <c:v>-206.827</c:v>
              </c:pt>
              <c:pt idx="2520">
                <c:v>-199.091</c:v>
              </c:pt>
              <c:pt idx="2521">
                <c:v>-207.742</c:v>
              </c:pt>
              <c:pt idx="2522">
                <c:v>-205.861</c:v>
              </c:pt>
              <c:pt idx="2523">
                <c:v>33.719</c:v>
              </c:pt>
              <c:pt idx="2524">
                <c:v>-192.494</c:v>
              </c:pt>
              <c:pt idx="2525">
                <c:v>-199.128</c:v>
              </c:pt>
              <c:pt idx="2526">
                <c:v>-205.601</c:v>
              </c:pt>
              <c:pt idx="2527">
                <c:v>-201.998</c:v>
              </c:pt>
              <c:pt idx="2528">
                <c:v>-210.265</c:v>
              </c:pt>
              <c:pt idx="2529">
                <c:v>-203.089</c:v>
              </c:pt>
              <c:pt idx="2530">
                <c:v>-197.055</c:v>
              </c:pt>
              <c:pt idx="2531">
                <c:v>-205.164</c:v>
              </c:pt>
              <c:pt idx="2532">
                <c:v>-203.362</c:v>
              </c:pt>
              <c:pt idx="2533">
                <c:v>-189.082</c:v>
              </c:pt>
              <c:pt idx="2534">
                <c:v>-213.061</c:v>
              </c:pt>
              <c:pt idx="2535">
                <c:v>-208.574</c:v>
              </c:pt>
              <c:pt idx="2536">
                <c:v>-203.023</c:v>
              </c:pt>
              <c:pt idx="2537">
                <c:v>-193.87</c:v>
              </c:pt>
              <c:pt idx="2538">
                <c:v>-209.832</c:v>
              </c:pt>
              <c:pt idx="2539">
                <c:v>-204.819</c:v>
              </c:pt>
              <c:pt idx="2540">
                <c:v>-195.071</c:v>
              </c:pt>
              <c:pt idx="2541">
                <c:v>-79.524</c:v>
              </c:pt>
              <c:pt idx="2542">
                <c:v>-209.967</c:v>
              </c:pt>
              <c:pt idx="2543">
                <c:v>-200.556</c:v>
              </c:pt>
              <c:pt idx="2544">
                <c:v>-189.245</c:v>
              </c:pt>
              <c:pt idx="2545">
                <c:v>-201.531</c:v>
              </c:pt>
              <c:pt idx="2546">
                <c:v>-199.237</c:v>
              </c:pt>
              <c:pt idx="2547">
                <c:v>-85.292</c:v>
              </c:pt>
              <c:pt idx="2548">
                <c:v>-205.269</c:v>
              </c:pt>
              <c:pt idx="2549">
                <c:v>-206.621</c:v>
              </c:pt>
              <c:pt idx="2550">
                <c:v>-213.05</c:v>
              </c:pt>
              <c:pt idx="2551">
                <c:v>62.841</c:v>
              </c:pt>
              <c:pt idx="2552">
                <c:v>-196.707</c:v>
              </c:pt>
              <c:pt idx="2553">
                <c:v>-198.626</c:v>
              </c:pt>
              <c:pt idx="2554">
                <c:v>-204.503</c:v>
              </c:pt>
              <c:pt idx="2555">
                <c:v>-202.53</c:v>
              </c:pt>
              <c:pt idx="2556">
                <c:v>-201.846</c:v>
              </c:pt>
              <c:pt idx="2557">
                <c:v>-195.841</c:v>
              </c:pt>
              <c:pt idx="2558">
                <c:v>-190.421</c:v>
              </c:pt>
              <c:pt idx="2559">
                <c:v>-203.248</c:v>
              </c:pt>
              <c:pt idx="2560">
                <c:v>-193.899</c:v>
              </c:pt>
              <c:pt idx="2561">
                <c:v>-196.969</c:v>
              </c:pt>
              <c:pt idx="2562">
                <c:v>-198.989</c:v>
              </c:pt>
              <c:pt idx="2563">
                <c:v>-195.551</c:v>
              </c:pt>
              <c:pt idx="2564">
                <c:v>-204.615</c:v>
              </c:pt>
              <c:pt idx="2565">
                <c:v>-201.491</c:v>
              </c:pt>
              <c:pt idx="2566">
                <c:v>-209.833</c:v>
              </c:pt>
              <c:pt idx="2567">
                <c:v>-0.177</c:v>
              </c:pt>
              <c:pt idx="2568">
                <c:v>-199.794</c:v>
              </c:pt>
              <c:pt idx="2569">
                <c:v>-205.767</c:v>
              </c:pt>
              <c:pt idx="2570">
                <c:v>-200.073</c:v>
              </c:pt>
              <c:pt idx="2571">
                <c:v>-200.534</c:v>
              </c:pt>
              <c:pt idx="2572">
                <c:v>-196.628</c:v>
              </c:pt>
              <c:pt idx="2573">
                <c:v>-201.63</c:v>
              </c:pt>
              <c:pt idx="2574">
                <c:v>-201.262</c:v>
              </c:pt>
              <c:pt idx="2575">
                <c:v>-197.061</c:v>
              </c:pt>
              <c:pt idx="2576">
                <c:v>-211.43</c:v>
              </c:pt>
              <c:pt idx="2577">
                <c:v>-211.903</c:v>
              </c:pt>
              <c:pt idx="2578">
                <c:v>113.039</c:v>
              </c:pt>
              <c:pt idx="2579">
                <c:v>-200.424</c:v>
              </c:pt>
              <c:pt idx="2580">
                <c:v>-207.587</c:v>
              </c:pt>
              <c:pt idx="2581">
                <c:v>-80.669</c:v>
              </c:pt>
              <c:pt idx="2582">
                <c:v>-202.544</c:v>
              </c:pt>
              <c:pt idx="2583">
                <c:v>-212.768</c:v>
              </c:pt>
              <c:pt idx="2584">
                <c:v>-202.818</c:v>
              </c:pt>
              <c:pt idx="2585">
                <c:v>-199.874</c:v>
              </c:pt>
              <c:pt idx="2586">
                <c:v>-205.975</c:v>
              </c:pt>
              <c:pt idx="2587">
                <c:v>-200.208</c:v>
              </c:pt>
              <c:pt idx="2588">
                <c:v>-25.998</c:v>
              </c:pt>
              <c:pt idx="2589">
                <c:v>-199.169</c:v>
              </c:pt>
              <c:pt idx="2590">
                <c:v>-210.174</c:v>
              </c:pt>
              <c:pt idx="2591">
                <c:v>-202.496</c:v>
              </c:pt>
              <c:pt idx="2592">
                <c:v>-198.262</c:v>
              </c:pt>
              <c:pt idx="2593">
                <c:v>-75.627</c:v>
              </c:pt>
              <c:pt idx="2594">
                <c:v>45.571</c:v>
              </c:pt>
              <c:pt idx="2595">
                <c:v>-52.949</c:v>
              </c:pt>
              <c:pt idx="2596">
                <c:v>30.095</c:v>
              </c:pt>
              <c:pt idx="2597">
                <c:v>-20.39</c:v>
              </c:pt>
              <c:pt idx="2598">
                <c:v>-208.152</c:v>
              </c:pt>
              <c:pt idx="2599">
                <c:v>-211.16</c:v>
              </c:pt>
              <c:pt idx="2600">
                <c:v>-214.291</c:v>
              </c:pt>
              <c:pt idx="2601">
                <c:v>-168.972</c:v>
              </c:pt>
              <c:pt idx="2602">
                <c:v>-164.399</c:v>
              </c:pt>
              <c:pt idx="2603">
                <c:v>-171.92</c:v>
              </c:pt>
              <c:pt idx="2604">
                <c:v>-173.39</c:v>
              </c:pt>
              <c:pt idx="2605">
                <c:v>-194.502</c:v>
              </c:pt>
              <c:pt idx="2606">
                <c:v>-191.648</c:v>
              </c:pt>
              <c:pt idx="2607">
                <c:v>-185.634</c:v>
              </c:pt>
              <c:pt idx="2608">
                <c:v>-187.656</c:v>
              </c:pt>
              <c:pt idx="2609">
                <c:v>-209.11</c:v>
              </c:pt>
              <c:pt idx="2610">
                <c:v>-201.034</c:v>
              </c:pt>
              <c:pt idx="2611">
                <c:v>-199.565</c:v>
              </c:pt>
              <c:pt idx="2612">
                <c:v>57.018</c:v>
              </c:pt>
              <c:pt idx="2613">
                <c:v>-193.9</c:v>
              </c:pt>
              <c:pt idx="2614">
                <c:v>-204.789</c:v>
              </c:pt>
              <c:pt idx="2615">
                <c:v>-205.515</c:v>
              </c:pt>
              <c:pt idx="2616">
                <c:v>-26.027</c:v>
              </c:pt>
              <c:pt idx="2617">
                <c:v>-186.554</c:v>
              </c:pt>
              <c:pt idx="2618">
                <c:v>-188.96</c:v>
              </c:pt>
              <c:pt idx="2619">
                <c:v>-196.623</c:v>
              </c:pt>
              <c:pt idx="2620">
                <c:v>-189.872</c:v>
              </c:pt>
              <c:pt idx="2621">
                <c:v>-196.001</c:v>
              </c:pt>
              <c:pt idx="2622">
                <c:v>-192.754</c:v>
              </c:pt>
              <c:pt idx="2623">
                <c:v>-207.78</c:v>
              </c:pt>
              <c:pt idx="2624">
                <c:v>-195.83</c:v>
              </c:pt>
              <c:pt idx="2625">
                <c:v>-188.462</c:v>
              </c:pt>
              <c:pt idx="2626">
                <c:v>-192.597</c:v>
              </c:pt>
              <c:pt idx="2627">
                <c:v>26.68</c:v>
              </c:pt>
              <c:pt idx="2628">
                <c:v>-197.824</c:v>
              </c:pt>
              <c:pt idx="2629">
                <c:v>-207.945</c:v>
              </c:pt>
              <c:pt idx="2630">
                <c:v>-200.552</c:v>
              </c:pt>
              <c:pt idx="2631">
                <c:v>-196.896</c:v>
              </c:pt>
              <c:pt idx="2632">
                <c:v>-199.594</c:v>
              </c:pt>
              <c:pt idx="2633">
                <c:v>-206.964</c:v>
              </c:pt>
              <c:pt idx="2634">
                <c:v>-193.829</c:v>
              </c:pt>
              <c:pt idx="2635">
                <c:v>-192.817</c:v>
              </c:pt>
              <c:pt idx="2636">
                <c:v>-197.907</c:v>
              </c:pt>
              <c:pt idx="2637">
                <c:v>-195.914</c:v>
              </c:pt>
              <c:pt idx="2638">
                <c:v>-190.697</c:v>
              </c:pt>
              <c:pt idx="2639">
                <c:v>-185.931</c:v>
              </c:pt>
              <c:pt idx="2640">
                <c:v>-201.755</c:v>
              </c:pt>
              <c:pt idx="2641">
                <c:v>-199.85</c:v>
              </c:pt>
              <c:pt idx="2642">
                <c:v>-188.529</c:v>
              </c:pt>
              <c:pt idx="2643">
                <c:v>-191.647</c:v>
              </c:pt>
              <c:pt idx="2644">
                <c:v>-193.728</c:v>
              </c:pt>
              <c:pt idx="2645">
                <c:v>104.945</c:v>
              </c:pt>
              <c:pt idx="2646">
                <c:v>-186.525</c:v>
              </c:pt>
              <c:pt idx="2647">
                <c:v>-193.817</c:v>
              </c:pt>
              <c:pt idx="2648">
                <c:v>-188.194</c:v>
              </c:pt>
              <c:pt idx="2649">
                <c:v>-193.906</c:v>
              </c:pt>
              <c:pt idx="2650">
                <c:v>-197.556</c:v>
              </c:pt>
              <c:pt idx="2651">
                <c:v>-207.251</c:v>
              </c:pt>
              <c:pt idx="2652">
                <c:v>-202.914</c:v>
              </c:pt>
              <c:pt idx="2653">
                <c:v>-196.701</c:v>
              </c:pt>
              <c:pt idx="2654">
                <c:v>-193.462</c:v>
              </c:pt>
              <c:pt idx="2655">
                <c:v>-201.201</c:v>
              </c:pt>
              <c:pt idx="2656">
                <c:v>-190.548</c:v>
              </c:pt>
              <c:pt idx="2657">
                <c:v>-196.652</c:v>
              </c:pt>
              <c:pt idx="2658">
                <c:v>-198.067</c:v>
              </c:pt>
              <c:pt idx="2659">
                <c:v>-148.215</c:v>
              </c:pt>
              <c:pt idx="2660">
                <c:v>-162.585</c:v>
              </c:pt>
              <c:pt idx="2661">
                <c:v>-153.401</c:v>
              </c:pt>
              <c:pt idx="2662">
                <c:v>-159.982</c:v>
              </c:pt>
              <c:pt idx="2663">
                <c:v>-159.638</c:v>
              </c:pt>
              <c:pt idx="2664">
                <c:v>-158.016</c:v>
              </c:pt>
              <c:pt idx="2665">
                <c:v>-161.667</c:v>
              </c:pt>
              <c:pt idx="2666">
                <c:v>-160.995</c:v>
              </c:pt>
              <c:pt idx="2667">
                <c:v>-160.528</c:v>
              </c:pt>
              <c:pt idx="2668">
                <c:v>-159.041</c:v>
              </c:pt>
              <c:pt idx="2669">
                <c:v>-148.291</c:v>
              </c:pt>
              <c:pt idx="2670">
                <c:v>-150.265</c:v>
              </c:pt>
              <c:pt idx="2671">
                <c:v>-158.424</c:v>
              </c:pt>
              <c:pt idx="2672">
                <c:v>-150.674</c:v>
              </c:pt>
              <c:pt idx="2673">
                <c:v>-113.687</c:v>
              </c:pt>
              <c:pt idx="2674">
                <c:v>65.649</c:v>
              </c:pt>
              <c:pt idx="2675">
                <c:v>-45.907</c:v>
              </c:pt>
              <c:pt idx="2676">
                <c:v>-178.736</c:v>
              </c:pt>
              <c:pt idx="2677">
                <c:v>-10.742</c:v>
              </c:pt>
              <c:pt idx="2678">
                <c:v>-81.926</c:v>
              </c:pt>
              <c:pt idx="2679">
                <c:v>47.451</c:v>
              </c:pt>
              <c:pt idx="2680">
                <c:v>-43.41</c:v>
              </c:pt>
              <c:pt idx="2681">
                <c:v>113.606</c:v>
              </c:pt>
              <c:pt idx="2682">
                <c:v>113.591</c:v>
              </c:pt>
              <c:pt idx="2683">
                <c:v>-56.441</c:v>
              </c:pt>
              <c:pt idx="2684">
                <c:v>-38.016</c:v>
              </c:pt>
              <c:pt idx="2685">
                <c:v>105.641</c:v>
              </c:pt>
              <c:pt idx="2686">
                <c:v>-205.574</c:v>
              </c:pt>
              <c:pt idx="2687">
                <c:v>97.868</c:v>
              </c:pt>
              <c:pt idx="2688">
                <c:v>-1.376</c:v>
              </c:pt>
              <c:pt idx="2689">
                <c:v>-178.375</c:v>
              </c:pt>
              <c:pt idx="2690">
                <c:v>-171.809</c:v>
              </c:pt>
              <c:pt idx="2691">
                <c:v>-177.127</c:v>
              </c:pt>
              <c:pt idx="2692">
                <c:v>-173.68</c:v>
              </c:pt>
              <c:pt idx="2693">
                <c:v>-170.522</c:v>
              </c:pt>
              <c:pt idx="2694">
                <c:v>-179.175</c:v>
              </c:pt>
              <c:pt idx="2695">
                <c:v>-182.957</c:v>
              </c:pt>
              <c:pt idx="2696">
                <c:v>-176.07</c:v>
              </c:pt>
              <c:pt idx="2697">
                <c:v>-171.978</c:v>
              </c:pt>
              <c:pt idx="2698">
                <c:v>-186.435</c:v>
              </c:pt>
              <c:pt idx="2699">
                <c:v>-186.115</c:v>
              </c:pt>
              <c:pt idx="2700">
                <c:v>-188.939</c:v>
              </c:pt>
              <c:pt idx="2701">
                <c:v>-173.162</c:v>
              </c:pt>
              <c:pt idx="2702">
                <c:v>-177.514</c:v>
              </c:pt>
              <c:pt idx="2703">
                <c:v>-171.656</c:v>
              </c:pt>
              <c:pt idx="2704">
                <c:v>-175.853</c:v>
              </c:pt>
              <c:pt idx="2705">
                <c:v>-173.318</c:v>
              </c:pt>
              <c:pt idx="2706">
                <c:v>107.468</c:v>
              </c:pt>
              <c:pt idx="2707">
                <c:v>-183.09</c:v>
              </c:pt>
              <c:pt idx="2708">
                <c:v>-184.174</c:v>
              </c:pt>
              <c:pt idx="2709">
                <c:v>-181.082</c:v>
              </c:pt>
              <c:pt idx="2710">
                <c:v>-182.751</c:v>
              </c:pt>
              <c:pt idx="2711">
                <c:v>-185.238</c:v>
              </c:pt>
              <c:pt idx="2712">
                <c:v>-180.194</c:v>
              </c:pt>
              <c:pt idx="2713">
                <c:v>-210.032</c:v>
              </c:pt>
              <c:pt idx="2714">
                <c:v>-193.762</c:v>
              </c:pt>
              <c:pt idx="2715">
                <c:v>-40.123</c:v>
              </c:pt>
              <c:pt idx="2716">
                <c:v>-48.776</c:v>
              </c:pt>
              <c:pt idx="2717">
                <c:v>-34.734</c:v>
              </c:pt>
              <c:pt idx="2718">
                <c:v>7.82</c:v>
              </c:pt>
              <c:pt idx="2719">
                <c:v>-7.528</c:v>
              </c:pt>
              <c:pt idx="2720">
                <c:v>-214.033</c:v>
              </c:pt>
              <c:pt idx="2721">
                <c:v>-214.647</c:v>
              </c:pt>
              <c:pt idx="2722">
                <c:v>-56.376</c:v>
              </c:pt>
              <c:pt idx="2723">
                <c:v>-174.831</c:v>
              </c:pt>
              <c:pt idx="2724">
                <c:v>-190.522</c:v>
              </c:pt>
              <c:pt idx="2725">
                <c:v>-182.498</c:v>
              </c:pt>
              <c:pt idx="2726">
                <c:v>-192.608</c:v>
              </c:pt>
              <c:pt idx="2727">
                <c:v>-181.723</c:v>
              </c:pt>
              <c:pt idx="2728">
                <c:v>-186.641</c:v>
              </c:pt>
              <c:pt idx="2729">
                <c:v>-189.729</c:v>
              </c:pt>
              <c:pt idx="2730">
                <c:v>-181.133</c:v>
              </c:pt>
              <c:pt idx="2731">
                <c:v>-185.586</c:v>
              </c:pt>
              <c:pt idx="2732">
                <c:v>-178.286</c:v>
              </c:pt>
              <c:pt idx="2733">
                <c:v>-195.182</c:v>
              </c:pt>
              <c:pt idx="2734">
                <c:v>-192.827</c:v>
              </c:pt>
              <c:pt idx="2735">
                <c:v>-180.016</c:v>
              </c:pt>
              <c:pt idx="2736">
                <c:v>-193.139</c:v>
              </c:pt>
              <c:pt idx="2737">
                <c:v>-102.381</c:v>
              </c:pt>
              <c:pt idx="2738">
                <c:v>-176.071</c:v>
              </c:pt>
              <c:pt idx="2739">
                <c:v>-185.135</c:v>
              </c:pt>
              <c:pt idx="2740">
                <c:v>-183.791</c:v>
              </c:pt>
              <c:pt idx="2741">
                <c:v>5.547</c:v>
              </c:pt>
              <c:pt idx="2742">
                <c:v>52.786</c:v>
              </c:pt>
              <c:pt idx="2743">
                <c:v>-190.973</c:v>
              </c:pt>
              <c:pt idx="2744">
                <c:v>-189.514</c:v>
              </c:pt>
              <c:pt idx="2745">
                <c:v>-183.434</c:v>
              </c:pt>
              <c:pt idx="2746">
                <c:v>-179.197</c:v>
              </c:pt>
              <c:pt idx="2747">
                <c:v>-190.384</c:v>
              </c:pt>
              <c:pt idx="2748">
                <c:v>-182.263</c:v>
              </c:pt>
              <c:pt idx="2749">
                <c:v>-194.582</c:v>
              </c:pt>
              <c:pt idx="2750">
                <c:v>-187.438</c:v>
              </c:pt>
              <c:pt idx="2751">
                <c:v>-183.027</c:v>
              </c:pt>
              <c:pt idx="2752">
                <c:v>-181.352</c:v>
              </c:pt>
              <c:pt idx="2753">
                <c:v>109.217</c:v>
              </c:pt>
              <c:pt idx="2754">
                <c:v>-134.881</c:v>
              </c:pt>
              <c:pt idx="2755">
                <c:v>-179.023</c:v>
              </c:pt>
              <c:pt idx="2756">
                <c:v>-156.698</c:v>
              </c:pt>
              <c:pt idx="2757">
                <c:v>-145.614</c:v>
              </c:pt>
              <c:pt idx="2758">
                <c:v>-160.214</c:v>
              </c:pt>
              <c:pt idx="2759">
                <c:v>-167.625</c:v>
              </c:pt>
              <c:pt idx="2760">
                <c:v>-145.969</c:v>
              </c:pt>
              <c:pt idx="2761">
                <c:v>-148.958</c:v>
              </c:pt>
              <c:pt idx="2762">
                <c:v>-168.119</c:v>
              </c:pt>
              <c:pt idx="2763">
                <c:v>-152.349</c:v>
              </c:pt>
              <c:pt idx="2764">
                <c:v>-156.284</c:v>
              </c:pt>
              <c:pt idx="2765">
                <c:v>-159.809</c:v>
              </c:pt>
              <c:pt idx="2766">
                <c:v>-155.568</c:v>
              </c:pt>
              <c:pt idx="2767">
                <c:v>57.925</c:v>
              </c:pt>
              <c:pt idx="2768">
                <c:v>-44.254</c:v>
              </c:pt>
              <c:pt idx="2769">
                <c:v>-158.316</c:v>
              </c:pt>
              <c:pt idx="2770">
                <c:v>-162.687</c:v>
              </c:pt>
              <c:pt idx="2771">
                <c:v>-156.36</c:v>
              </c:pt>
              <c:pt idx="2772">
                <c:v>-162.357</c:v>
              </c:pt>
              <c:pt idx="2773">
                <c:v>-158.04</c:v>
              </c:pt>
              <c:pt idx="2774">
                <c:v>7.124</c:v>
              </c:pt>
              <c:pt idx="2775">
                <c:v>-124.105</c:v>
              </c:pt>
              <c:pt idx="2776">
                <c:v>29.856</c:v>
              </c:pt>
              <c:pt idx="2777">
                <c:v>-98.572</c:v>
              </c:pt>
              <c:pt idx="2778">
                <c:v>-97.688</c:v>
              </c:pt>
              <c:pt idx="2779">
                <c:v>-84.274</c:v>
              </c:pt>
              <c:pt idx="2780">
                <c:v>-90.253</c:v>
              </c:pt>
              <c:pt idx="2781">
                <c:v>-128.479</c:v>
              </c:pt>
              <c:pt idx="2782">
                <c:v>-96.896</c:v>
              </c:pt>
              <c:pt idx="2783">
                <c:v>-83.69</c:v>
              </c:pt>
              <c:pt idx="2784">
                <c:v>-88.941</c:v>
              </c:pt>
              <c:pt idx="2785">
                <c:v>-104.95</c:v>
              </c:pt>
              <c:pt idx="2786">
                <c:v>-81.476</c:v>
              </c:pt>
              <c:pt idx="2787">
                <c:v>-91.711</c:v>
              </c:pt>
              <c:pt idx="2788">
                <c:v>-94.938</c:v>
              </c:pt>
              <c:pt idx="2789">
                <c:v>30.857</c:v>
              </c:pt>
              <c:pt idx="2790">
                <c:v>-99.06</c:v>
              </c:pt>
              <c:pt idx="2791">
                <c:v>-80.931</c:v>
              </c:pt>
              <c:pt idx="2792">
                <c:v>-99.199</c:v>
              </c:pt>
              <c:pt idx="2793">
                <c:v>-94.301</c:v>
              </c:pt>
              <c:pt idx="2794">
                <c:v>114.954</c:v>
              </c:pt>
              <c:pt idx="2795">
                <c:v>-97.229</c:v>
              </c:pt>
              <c:pt idx="2796">
                <c:v>-86.998</c:v>
              </c:pt>
              <c:pt idx="2797">
                <c:v>-93.691</c:v>
              </c:pt>
              <c:pt idx="2798">
                <c:v>-85.038</c:v>
              </c:pt>
              <c:pt idx="2799">
                <c:v>-95.025</c:v>
              </c:pt>
              <c:pt idx="2800">
                <c:v>-117.908</c:v>
              </c:pt>
              <c:pt idx="2801">
                <c:v>-85.729</c:v>
              </c:pt>
              <c:pt idx="2802">
                <c:v>-94.419</c:v>
              </c:pt>
              <c:pt idx="2803">
                <c:v>-119.265</c:v>
              </c:pt>
              <c:pt idx="2804">
                <c:v>-89.977</c:v>
              </c:pt>
              <c:pt idx="2805">
                <c:v>-64.845</c:v>
              </c:pt>
              <c:pt idx="2806">
                <c:v>-29.151</c:v>
              </c:pt>
              <c:pt idx="2807">
                <c:v>-91.856</c:v>
              </c:pt>
              <c:pt idx="2808">
                <c:v>-91.616</c:v>
              </c:pt>
              <c:pt idx="2809">
                <c:v>-91.142</c:v>
              </c:pt>
              <c:pt idx="2810">
                <c:v>-86.177</c:v>
              </c:pt>
              <c:pt idx="2811">
                <c:v>-90.796</c:v>
              </c:pt>
              <c:pt idx="2812">
                <c:v>-91.108</c:v>
              </c:pt>
              <c:pt idx="2813">
                <c:v>-94.073</c:v>
              </c:pt>
              <c:pt idx="2814">
                <c:v>-189.237</c:v>
              </c:pt>
              <c:pt idx="2815">
                <c:v>-180.415</c:v>
              </c:pt>
              <c:pt idx="2816">
                <c:v>-172.267</c:v>
              </c:pt>
              <c:pt idx="2817">
                <c:v>-178.828</c:v>
              </c:pt>
              <c:pt idx="2818">
                <c:v>-192.182</c:v>
              </c:pt>
              <c:pt idx="2819">
                <c:v>-167.445</c:v>
              </c:pt>
              <c:pt idx="2820">
                <c:v>-167.172</c:v>
              </c:pt>
              <c:pt idx="2821">
                <c:v>-195.588</c:v>
              </c:pt>
              <c:pt idx="2822">
                <c:v>-166.404</c:v>
              </c:pt>
              <c:pt idx="2823">
                <c:v>-166.671</c:v>
              </c:pt>
              <c:pt idx="2824">
                <c:v>-184.802</c:v>
              </c:pt>
              <c:pt idx="2825">
                <c:v>-167.692</c:v>
              </c:pt>
              <c:pt idx="2826">
                <c:v>-7.319</c:v>
              </c:pt>
              <c:pt idx="2827">
                <c:v>-184.615</c:v>
              </c:pt>
              <c:pt idx="2828">
                <c:v>-193.152</c:v>
              </c:pt>
              <c:pt idx="2829">
                <c:v>-184.08</c:v>
              </c:pt>
              <c:pt idx="2830">
                <c:v>-183.728</c:v>
              </c:pt>
              <c:pt idx="2831">
                <c:v>-191.975</c:v>
              </c:pt>
              <c:pt idx="2832">
                <c:v>-197.309</c:v>
              </c:pt>
              <c:pt idx="2833">
                <c:v>23.939</c:v>
              </c:pt>
              <c:pt idx="2834">
                <c:v>-213.967</c:v>
              </c:pt>
              <c:pt idx="2835">
                <c:v>-187.587</c:v>
              </c:pt>
              <c:pt idx="2836">
                <c:v>-166.512</c:v>
              </c:pt>
              <c:pt idx="2837">
                <c:v>19.011</c:v>
              </c:pt>
              <c:pt idx="2838">
                <c:v>-169.778</c:v>
              </c:pt>
              <c:pt idx="2839">
                <c:v>-196.506</c:v>
              </c:pt>
              <c:pt idx="2840">
                <c:v>-186.704</c:v>
              </c:pt>
              <c:pt idx="2841">
                <c:v>-175.434</c:v>
              </c:pt>
              <c:pt idx="2842">
                <c:v>-191.123</c:v>
              </c:pt>
              <c:pt idx="2843">
                <c:v>-179.344</c:v>
              </c:pt>
              <c:pt idx="2844">
                <c:v>-170.253</c:v>
              </c:pt>
              <c:pt idx="2845">
                <c:v>-190.04</c:v>
              </c:pt>
              <c:pt idx="2846">
                <c:v>-187.73</c:v>
              </c:pt>
              <c:pt idx="2847">
                <c:v>-112.736</c:v>
              </c:pt>
              <c:pt idx="2848">
                <c:v>-125.396</c:v>
              </c:pt>
              <c:pt idx="2849">
                <c:v>-127.573</c:v>
              </c:pt>
              <c:pt idx="2850">
                <c:v>-121.359</c:v>
              </c:pt>
              <c:pt idx="2851">
                <c:v>-154.776</c:v>
              </c:pt>
              <c:pt idx="2852">
                <c:v>-27.498</c:v>
              </c:pt>
              <c:pt idx="2853">
                <c:v>-118.677</c:v>
              </c:pt>
              <c:pt idx="2854">
                <c:v>-162.859</c:v>
              </c:pt>
              <c:pt idx="2855">
                <c:v>-161.452</c:v>
              </c:pt>
              <c:pt idx="2856">
                <c:v>-158.632</c:v>
              </c:pt>
              <c:pt idx="2857">
                <c:v>-116.649</c:v>
              </c:pt>
              <c:pt idx="2858">
                <c:v>-150.507</c:v>
              </c:pt>
              <c:pt idx="2859">
                <c:v>-158.533</c:v>
              </c:pt>
              <c:pt idx="2860">
                <c:v>-117.954</c:v>
              </c:pt>
              <c:pt idx="2861">
                <c:v>25.678</c:v>
              </c:pt>
              <c:pt idx="2862">
                <c:v>-156.112</c:v>
              </c:pt>
              <c:pt idx="2863">
                <c:v>-122.676</c:v>
              </c:pt>
              <c:pt idx="2864">
                <c:v>-158.304</c:v>
              </c:pt>
              <c:pt idx="2865">
                <c:v>-153.066</c:v>
              </c:pt>
              <c:pt idx="2866">
                <c:v>-158.647</c:v>
              </c:pt>
              <c:pt idx="2867">
                <c:v>-128.335</c:v>
              </c:pt>
              <c:pt idx="2868">
                <c:v>-162.155</c:v>
              </c:pt>
              <c:pt idx="2869">
                <c:v>-111.079</c:v>
              </c:pt>
              <c:pt idx="2870">
                <c:v>-158.847</c:v>
              </c:pt>
              <c:pt idx="2871">
                <c:v>-132.435</c:v>
              </c:pt>
              <c:pt idx="2872">
                <c:v>-117.595</c:v>
              </c:pt>
              <c:pt idx="2873">
                <c:v>-137.601</c:v>
              </c:pt>
              <c:pt idx="2874">
                <c:v>-162.157</c:v>
              </c:pt>
              <c:pt idx="2875">
                <c:v>-138.835</c:v>
              </c:pt>
              <c:pt idx="2876">
                <c:v>-214.378</c:v>
              </c:pt>
              <c:pt idx="2877">
                <c:v>-162.48</c:v>
              </c:pt>
              <c:pt idx="2878">
                <c:v>-36.704</c:v>
              </c:pt>
              <c:pt idx="2879">
                <c:v>-151.175</c:v>
              </c:pt>
              <c:pt idx="2880">
                <c:v>-150.575</c:v>
              </c:pt>
              <c:pt idx="2881">
                <c:v>-159.261</c:v>
              </c:pt>
              <c:pt idx="2882">
                <c:v>-116.059</c:v>
              </c:pt>
              <c:pt idx="2883">
                <c:v>-156.815</c:v>
              </c:pt>
              <c:pt idx="2884">
                <c:v>-125.034</c:v>
              </c:pt>
              <c:pt idx="2885">
                <c:v>-169.827</c:v>
              </c:pt>
              <c:pt idx="2886">
                <c:v>-119.807</c:v>
              </c:pt>
              <c:pt idx="2887">
                <c:v>-134.756</c:v>
              </c:pt>
              <c:pt idx="2888">
                <c:v>-153.804</c:v>
              </c:pt>
              <c:pt idx="2889">
                <c:v>-152.428</c:v>
              </c:pt>
              <c:pt idx="2890">
                <c:v>-158.861</c:v>
              </c:pt>
              <c:pt idx="2891">
                <c:v>-152.535</c:v>
              </c:pt>
              <c:pt idx="2892">
                <c:v>-147.883</c:v>
              </c:pt>
              <c:pt idx="2893">
                <c:v>-154.484</c:v>
              </c:pt>
              <c:pt idx="2894">
                <c:v>-118.877</c:v>
              </c:pt>
              <c:pt idx="2895">
                <c:v>-137.595</c:v>
              </c:pt>
              <c:pt idx="2896">
                <c:v>-145.836</c:v>
              </c:pt>
              <c:pt idx="2897">
                <c:v>-138.068</c:v>
              </c:pt>
              <c:pt idx="2898">
                <c:v>-129.809</c:v>
              </c:pt>
              <c:pt idx="2899">
                <c:v>-153.08</c:v>
              </c:pt>
              <c:pt idx="2900">
                <c:v>-158.063</c:v>
              </c:pt>
              <c:pt idx="2901">
                <c:v>-145.612</c:v>
              </c:pt>
              <c:pt idx="2902">
                <c:v>-130.934</c:v>
              </c:pt>
              <c:pt idx="2903">
                <c:v>-131.573</c:v>
              </c:pt>
              <c:pt idx="2904">
                <c:v>-130.832</c:v>
              </c:pt>
              <c:pt idx="2905">
                <c:v>-129.823</c:v>
              </c:pt>
              <c:pt idx="2906">
                <c:v>-148.766</c:v>
              </c:pt>
              <c:pt idx="2907">
                <c:v>-155.735</c:v>
              </c:pt>
              <c:pt idx="2908">
                <c:v>-142.564</c:v>
              </c:pt>
              <c:pt idx="2909">
                <c:v>-156.692</c:v>
              </c:pt>
              <c:pt idx="2910">
                <c:v>-145.06</c:v>
              </c:pt>
              <c:pt idx="2911">
                <c:v>-119.939</c:v>
              </c:pt>
              <c:pt idx="2912">
                <c:v>-122.396</c:v>
              </c:pt>
              <c:pt idx="2913">
                <c:v>-146.313</c:v>
              </c:pt>
              <c:pt idx="2914">
                <c:v>-127.209</c:v>
              </c:pt>
              <c:pt idx="2915">
                <c:v>-129.074</c:v>
              </c:pt>
              <c:pt idx="2916">
                <c:v>-126.43</c:v>
              </c:pt>
              <c:pt idx="2917">
                <c:v>-126.41</c:v>
              </c:pt>
              <c:pt idx="2918">
                <c:v>-129.474</c:v>
              </c:pt>
              <c:pt idx="2919">
                <c:v>-133.917</c:v>
              </c:pt>
              <c:pt idx="2920">
                <c:v>-124.615</c:v>
              </c:pt>
              <c:pt idx="2921">
                <c:v>-132.228</c:v>
              </c:pt>
              <c:pt idx="2922">
                <c:v>-157.873</c:v>
              </c:pt>
              <c:pt idx="2923">
                <c:v>-140.773</c:v>
              </c:pt>
              <c:pt idx="2924">
                <c:v>-141.361</c:v>
              </c:pt>
              <c:pt idx="2925">
                <c:v>-152.72</c:v>
              </c:pt>
              <c:pt idx="2926">
                <c:v>93.741</c:v>
              </c:pt>
              <c:pt idx="2927">
                <c:v>37.955</c:v>
              </c:pt>
              <c:pt idx="2928">
                <c:v>-40.742</c:v>
              </c:pt>
              <c:pt idx="2929">
                <c:v>1.826</c:v>
              </c:pt>
              <c:pt idx="2930">
                <c:v>-33.334</c:v>
              </c:pt>
              <c:pt idx="2931">
                <c:v>98.208</c:v>
              </c:pt>
              <c:pt idx="2932">
                <c:v>-31.367</c:v>
              </c:pt>
              <c:pt idx="2933">
                <c:v>-91.065</c:v>
              </c:pt>
              <c:pt idx="2934">
                <c:v>-120.463</c:v>
              </c:pt>
              <c:pt idx="2935">
                <c:v>-195.582</c:v>
              </c:pt>
              <c:pt idx="2936">
                <c:v>-156.424</c:v>
              </c:pt>
              <c:pt idx="2937">
                <c:v>-112.449</c:v>
              </c:pt>
              <c:pt idx="2938">
                <c:v>-120.892</c:v>
              </c:pt>
              <c:pt idx="2939">
                <c:v>-126.23</c:v>
              </c:pt>
              <c:pt idx="2940">
                <c:v>-128.021</c:v>
              </c:pt>
              <c:pt idx="2941">
                <c:v>-129.534</c:v>
              </c:pt>
              <c:pt idx="2942">
                <c:v>-111.234</c:v>
              </c:pt>
              <c:pt idx="2943">
                <c:v>-123.594</c:v>
              </c:pt>
              <c:pt idx="2944">
                <c:v>-128.594</c:v>
              </c:pt>
              <c:pt idx="2945">
                <c:v>44.259</c:v>
              </c:pt>
              <c:pt idx="2946">
                <c:v>-117.196</c:v>
              </c:pt>
              <c:pt idx="2947">
                <c:v>-114.58</c:v>
              </c:pt>
              <c:pt idx="2948">
                <c:v>37.427</c:v>
              </c:pt>
              <c:pt idx="2949">
                <c:v>-115.43</c:v>
              </c:pt>
              <c:pt idx="2950">
                <c:v>-122.816</c:v>
              </c:pt>
              <c:pt idx="2951">
                <c:v>-132.342</c:v>
              </c:pt>
              <c:pt idx="2952">
                <c:v>-126.215</c:v>
              </c:pt>
              <c:pt idx="2953">
                <c:v>-120.36</c:v>
              </c:pt>
              <c:pt idx="2954">
                <c:v>-123.443</c:v>
              </c:pt>
              <c:pt idx="2955">
                <c:v>-128.757</c:v>
              </c:pt>
              <c:pt idx="2956">
                <c:v>-112.6</c:v>
              </c:pt>
              <c:pt idx="2957">
                <c:v>-123.576</c:v>
              </c:pt>
              <c:pt idx="2958">
                <c:v>-125.486</c:v>
              </c:pt>
              <c:pt idx="2959">
                <c:v>-123.542</c:v>
              </c:pt>
              <c:pt idx="2960">
                <c:v>-120.946</c:v>
              </c:pt>
              <c:pt idx="2961">
                <c:v>-132.74</c:v>
              </c:pt>
              <c:pt idx="2962">
                <c:v>-145.95</c:v>
              </c:pt>
              <c:pt idx="2963">
                <c:v>-145.783</c:v>
              </c:pt>
              <c:pt idx="2964">
                <c:v>33.446</c:v>
              </c:pt>
              <c:pt idx="2965">
                <c:v>-116.443</c:v>
              </c:pt>
              <c:pt idx="2966">
                <c:v>-118.517</c:v>
              </c:pt>
              <c:pt idx="2967">
                <c:v>-93.258</c:v>
              </c:pt>
              <c:pt idx="2968">
                <c:v>-98.441</c:v>
              </c:pt>
              <c:pt idx="2969">
                <c:v>-106.625</c:v>
              </c:pt>
              <c:pt idx="2970">
                <c:v>114.763</c:v>
              </c:pt>
              <c:pt idx="2971">
                <c:v>-89.67</c:v>
              </c:pt>
              <c:pt idx="2972">
                <c:v>18.299</c:v>
              </c:pt>
              <c:pt idx="2973">
                <c:v>-96.371</c:v>
              </c:pt>
              <c:pt idx="2974">
                <c:v>-90.982</c:v>
              </c:pt>
              <c:pt idx="2975">
                <c:v>-120.31</c:v>
              </c:pt>
              <c:pt idx="2976">
                <c:v>-94.991</c:v>
              </c:pt>
              <c:pt idx="2977">
                <c:v>-102.736</c:v>
              </c:pt>
              <c:pt idx="2978">
                <c:v>-90.575</c:v>
              </c:pt>
              <c:pt idx="2979">
                <c:v>-115.026</c:v>
              </c:pt>
              <c:pt idx="2980">
                <c:v>-7.652</c:v>
              </c:pt>
              <c:pt idx="2981">
                <c:v>-106.103</c:v>
              </c:pt>
              <c:pt idx="2982">
                <c:v>-98.249</c:v>
              </c:pt>
              <c:pt idx="2983">
                <c:v>-213.231</c:v>
              </c:pt>
              <c:pt idx="2984">
                <c:v>-121.319</c:v>
              </c:pt>
              <c:pt idx="2985">
                <c:v>-109.886</c:v>
              </c:pt>
              <c:pt idx="2986">
                <c:v>-92.293</c:v>
              </c:pt>
              <c:pt idx="2987">
                <c:v>-90.984</c:v>
              </c:pt>
              <c:pt idx="2988">
                <c:v>61.684</c:v>
              </c:pt>
              <c:pt idx="2989">
                <c:v>-39.036</c:v>
              </c:pt>
              <c:pt idx="2990">
                <c:v>-121.365</c:v>
              </c:pt>
              <c:pt idx="2991">
                <c:v>-81.041</c:v>
              </c:pt>
              <c:pt idx="2992">
                <c:v>-97.641</c:v>
              </c:pt>
              <c:pt idx="2993">
                <c:v>20.918</c:v>
              </c:pt>
              <c:pt idx="2994">
                <c:v>21.645</c:v>
              </c:pt>
              <c:pt idx="2995">
                <c:v>-113.475</c:v>
              </c:pt>
              <c:pt idx="2996">
                <c:v>-109.089</c:v>
              </c:pt>
              <c:pt idx="2997">
                <c:v>-101.056</c:v>
              </c:pt>
              <c:pt idx="2998">
                <c:v>-107.748</c:v>
              </c:pt>
              <c:pt idx="2999">
                <c:v>-114.297</c:v>
              </c:pt>
              <c:pt idx="3000">
                <c:v>-90.143</c:v>
              </c:pt>
              <c:pt idx="3001">
                <c:v>-97.16</c:v>
              </c:pt>
              <c:pt idx="3002">
                <c:v>-91.675</c:v>
              </c:pt>
              <c:pt idx="3003">
                <c:v>-107.505</c:v>
              </c:pt>
              <c:pt idx="3004">
                <c:v>-103.759</c:v>
              </c:pt>
              <c:pt idx="3005">
                <c:v>-115.047</c:v>
              </c:pt>
              <c:pt idx="3006">
                <c:v>-113.251</c:v>
              </c:pt>
              <c:pt idx="3007">
                <c:v>-101.264</c:v>
              </c:pt>
              <c:pt idx="3008">
                <c:v>-205.045</c:v>
              </c:pt>
              <c:pt idx="3009">
                <c:v>-107.392</c:v>
              </c:pt>
              <c:pt idx="3010">
                <c:v>-113.233</c:v>
              </c:pt>
              <c:pt idx="3011">
                <c:v>-106.466</c:v>
              </c:pt>
              <c:pt idx="3012">
                <c:v>-110.658</c:v>
              </c:pt>
              <c:pt idx="3013">
                <c:v>-98.801</c:v>
              </c:pt>
              <c:pt idx="3014">
                <c:v>-103.029</c:v>
              </c:pt>
              <c:pt idx="3015">
                <c:v>-101.252</c:v>
              </c:pt>
              <c:pt idx="3016">
                <c:v>-96.046</c:v>
              </c:pt>
              <c:pt idx="3017">
                <c:v>-93.575</c:v>
              </c:pt>
              <c:pt idx="3018">
                <c:v>-163.21</c:v>
              </c:pt>
              <c:pt idx="3019">
                <c:v>-186.714</c:v>
              </c:pt>
              <c:pt idx="3020">
                <c:v>-164.737</c:v>
              </c:pt>
              <c:pt idx="3021">
                <c:v>-158.67</c:v>
              </c:pt>
              <c:pt idx="3022">
                <c:v>-162.334</c:v>
              </c:pt>
              <c:pt idx="3023">
                <c:v>-107.234</c:v>
              </c:pt>
              <c:pt idx="3024">
                <c:v>-183.838</c:v>
              </c:pt>
              <c:pt idx="3025">
                <c:v>-178.811</c:v>
              </c:pt>
              <c:pt idx="3026">
                <c:v>-186.097</c:v>
              </c:pt>
              <c:pt idx="3027">
                <c:v>-159.48</c:v>
              </c:pt>
              <c:pt idx="3028">
                <c:v>-174.969</c:v>
              </c:pt>
              <c:pt idx="3029">
                <c:v>-186.383</c:v>
              </c:pt>
              <c:pt idx="3030">
                <c:v>-186.971</c:v>
              </c:pt>
              <c:pt idx="3031">
                <c:v>-186.444</c:v>
              </c:pt>
              <c:pt idx="3032">
                <c:v>-178.678</c:v>
              </c:pt>
              <c:pt idx="3033">
                <c:v>-162.145</c:v>
              </c:pt>
              <c:pt idx="3034">
                <c:v>-191.718</c:v>
              </c:pt>
              <c:pt idx="3035">
                <c:v>-159.115</c:v>
              </c:pt>
              <c:pt idx="3036">
                <c:v>-186.302</c:v>
              </c:pt>
              <c:pt idx="3037">
                <c:v>-183.549</c:v>
              </c:pt>
              <c:pt idx="3038">
                <c:v>-191.786</c:v>
              </c:pt>
              <c:pt idx="3039">
                <c:v>-182.733</c:v>
              </c:pt>
              <c:pt idx="3040">
                <c:v>-187.888</c:v>
              </c:pt>
              <c:pt idx="3041">
                <c:v>-189.588</c:v>
              </c:pt>
              <c:pt idx="3042">
                <c:v>-160.716</c:v>
              </c:pt>
              <c:pt idx="3043">
                <c:v>-192.685</c:v>
              </c:pt>
              <c:pt idx="3044">
                <c:v>-172.574</c:v>
              </c:pt>
              <c:pt idx="3045">
                <c:v>-161.402</c:v>
              </c:pt>
              <c:pt idx="3046">
                <c:v>-188.542</c:v>
              </c:pt>
              <c:pt idx="3047">
                <c:v>-161.604</c:v>
              </c:pt>
              <c:pt idx="3048">
                <c:v>-187.756</c:v>
              </c:pt>
              <c:pt idx="3049">
                <c:v>-164.572</c:v>
              </c:pt>
              <c:pt idx="3050">
                <c:v>-187.346</c:v>
              </c:pt>
              <c:pt idx="3051">
                <c:v>-187.042</c:v>
              </c:pt>
              <c:pt idx="3052">
                <c:v>-186.703</c:v>
              </c:pt>
              <c:pt idx="3053">
                <c:v>-186.948</c:v>
              </c:pt>
              <c:pt idx="3054">
                <c:v>-187.621</c:v>
              </c:pt>
              <c:pt idx="3055">
                <c:v>-191.821</c:v>
              </c:pt>
              <c:pt idx="3056">
                <c:v>-23.203</c:v>
              </c:pt>
              <c:pt idx="3057">
                <c:v>-178.123</c:v>
              </c:pt>
              <c:pt idx="3058">
                <c:v>-174.209</c:v>
              </c:pt>
              <c:pt idx="3059">
                <c:v>-172.048</c:v>
              </c:pt>
              <c:pt idx="3060">
                <c:v>-187.659</c:v>
              </c:pt>
              <c:pt idx="3061">
                <c:v>-162.166</c:v>
              </c:pt>
              <c:pt idx="3062">
                <c:v>-162.227</c:v>
              </c:pt>
              <c:pt idx="3063">
                <c:v>-169.803</c:v>
              </c:pt>
              <c:pt idx="3064">
                <c:v>-13.583</c:v>
              </c:pt>
              <c:pt idx="3065">
                <c:v>-179.262</c:v>
              </c:pt>
              <c:pt idx="3066">
                <c:v>-167.701</c:v>
              </c:pt>
              <c:pt idx="3067">
                <c:v>-161.094</c:v>
              </c:pt>
              <c:pt idx="3068">
                <c:v>-168.157</c:v>
              </c:pt>
              <c:pt idx="3069">
                <c:v>-166.927</c:v>
              </c:pt>
              <c:pt idx="3070">
                <c:v>-168.654</c:v>
              </c:pt>
              <c:pt idx="3071">
                <c:v>-176.815</c:v>
              </c:pt>
              <c:pt idx="3072">
                <c:v>-167.903</c:v>
              </c:pt>
              <c:pt idx="3073">
                <c:v>-178.547</c:v>
              </c:pt>
              <c:pt idx="3074">
                <c:v>-183.984</c:v>
              </c:pt>
              <c:pt idx="3075">
                <c:v>-166.138</c:v>
              </c:pt>
              <c:pt idx="3076">
                <c:v>-90.387</c:v>
              </c:pt>
              <c:pt idx="3077">
                <c:v>-142.311</c:v>
              </c:pt>
              <c:pt idx="3078">
                <c:v>100.514</c:v>
              </c:pt>
              <c:pt idx="3079">
                <c:v>-84.685</c:v>
              </c:pt>
              <c:pt idx="3080">
                <c:v>20.065</c:v>
              </c:pt>
              <c:pt idx="3081">
                <c:v>66.264</c:v>
              </c:pt>
              <c:pt idx="3082">
                <c:v>91.273</c:v>
              </c:pt>
              <c:pt idx="3083">
                <c:v>25.905</c:v>
              </c:pt>
              <c:pt idx="3084">
                <c:v>-124.362</c:v>
              </c:pt>
              <c:pt idx="3085">
                <c:v>-97.94</c:v>
              </c:pt>
              <c:pt idx="3086">
                <c:v>-137.266</c:v>
              </c:pt>
              <c:pt idx="3087">
                <c:v>-101.417</c:v>
              </c:pt>
              <c:pt idx="3088">
                <c:v>-141.098</c:v>
              </c:pt>
              <c:pt idx="3089">
                <c:v>-136.3</c:v>
              </c:pt>
              <c:pt idx="3090">
                <c:v>-111.817</c:v>
              </c:pt>
              <c:pt idx="3091">
                <c:v>44.213</c:v>
              </c:pt>
              <c:pt idx="3092">
                <c:v>-100.046</c:v>
              </c:pt>
              <c:pt idx="3093">
                <c:v>-137.902</c:v>
              </c:pt>
              <c:pt idx="3094">
                <c:v>74.735</c:v>
              </c:pt>
              <c:pt idx="3095">
                <c:v>-142.326</c:v>
              </c:pt>
              <c:pt idx="3096">
                <c:v>-103.744</c:v>
              </c:pt>
              <c:pt idx="3097">
                <c:v>57.351</c:v>
              </c:pt>
              <c:pt idx="3098">
                <c:v>-128.826</c:v>
              </c:pt>
              <c:pt idx="3099">
                <c:v>-142.253</c:v>
              </c:pt>
              <c:pt idx="3100">
                <c:v>-133.593</c:v>
              </c:pt>
              <c:pt idx="3101">
                <c:v>-111.461</c:v>
              </c:pt>
              <c:pt idx="3102">
                <c:v>-111.042</c:v>
              </c:pt>
              <c:pt idx="3103">
                <c:v>-137.321</c:v>
              </c:pt>
              <c:pt idx="3104">
                <c:v>-143.024</c:v>
              </c:pt>
              <c:pt idx="3105">
                <c:v>-107.884</c:v>
              </c:pt>
              <c:pt idx="3106">
                <c:v>-106.777</c:v>
              </c:pt>
              <c:pt idx="3107">
                <c:v>-126.629</c:v>
              </c:pt>
              <c:pt idx="3108">
                <c:v>-137.941</c:v>
              </c:pt>
              <c:pt idx="3109">
                <c:v>-122.045</c:v>
              </c:pt>
              <c:pt idx="3110">
                <c:v>-98.969</c:v>
              </c:pt>
              <c:pt idx="3111">
                <c:v>-99.451</c:v>
              </c:pt>
              <c:pt idx="3112">
                <c:v>-132.215</c:v>
              </c:pt>
              <c:pt idx="3113">
                <c:v>-212.492</c:v>
              </c:pt>
              <c:pt idx="3114">
                <c:v>-135.37</c:v>
              </c:pt>
              <c:pt idx="3115">
                <c:v>-131.461</c:v>
              </c:pt>
              <c:pt idx="3116">
                <c:v>-115.825</c:v>
              </c:pt>
              <c:pt idx="3117">
                <c:v>-142.709</c:v>
              </c:pt>
              <c:pt idx="3118">
                <c:v>-137.041</c:v>
              </c:pt>
              <c:pt idx="3119">
                <c:v>-106.72</c:v>
              </c:pt>
              <c:pt idx="3120">
                <c:v>-139.6</c:v>
              </c:pt>
              <c:pt idx="3121">
                <c:v>-137.923</c:v>
              </c:pt>
              <c:pt idx="3122">
                <c:v>-143.092</c:v>
              </c:pt>
              <c:pt idx="3123">
                <c:v>-105.812</c:v>
              </c:pt>
              <c:pt idx="3124">
                <c:v>-112.412</c:v>
              </c:pt>
              <c:pt idx="3125">
                <c:v>-122.101</c:v>
              </c:pt>
              <c:pt idx="3126">
                <c:v>-129.577</c:v>
              </c:pt>
              <c:pt idx="3127">
                <c:v>-127.563</c:v>
              </c:pt>
              <c:pt idx="3128">
                <c:v>-105.493</c:v>
              </c:pt>
              <c:pt idx="3129">
                <c:v>-132.124</c:v>
              </c:pt>
              <c:pt idx="3130">
                <c:v>-117.927</c:v>
              </c:pt>
              <c:pt idx="3131">
                <c:v>-115.706</c:v>
              </c:pt>
              <c:pt idx="3132">
                <c:v>-106.17</c:v>
              </c:pt>
              <c:pt idx="3133">
                <c:v>-127.117</c:v>
              </c:pt>
              <c:pt idx="3134">
                <c:v>-132.526</c:v>
              </c:pt>
              <c:pt idx="3135">
                <c:v>-120.648</c:v>
              </c:pt>
              <c:pt idx="3136">
                <c:v>-123.385</c:v>
              </c:pt>
              <c:pt idx="3137">
                <c:v>-116.551</c:v>
              </c:pt>
              <c:pt idx="3138">
                <c:v>-125.052</c:v>
              </c:pt>
              <c:pt idx="3139">
                <c:v>-138.235</c:v>
              </c:pt>
              <c:pt idx="3140">
                <c:v>-124.129</c:v>
              </c:pt>
              <c:pt idx="3141">
                <c:v>-153.597</c:v>
              </c:pt>
              <c:pt idx="3142">
                <c:v>-52.451</c:v>
              </c:pt>
              <c:pt idx="3143">
                <c:v>-143.458</c:v>
              </c:pt>
              <c:pt idx="3144">
                <c:v>-17.444</c:v>
              </c:pt>
              <c:pt idx="3145">
                <c:v>-141.708</c:v>
              </c:pt>
              <c:pt idx="3146">
                <c:v>20.421</c:v>
              </c:pt>
              <c:pt idx="3147">
                <c:v>-150.256</c:v>
              </c:pt>
              <c:pt idx="3148">
                <c:v>-146.613</c:v>
              </c:pt>
              <c:pt idx="3149">
                <c:v>-142.767</c:v>
              </c:pt>
              <c:pt idx="3150">
                <c:v>-141.465</c:v>
              </c:pt>
              <c:pt idx="3151">
                <c:v>-151.141</c:v>
              </c:pt>
              <c:pt idx="3152">
                <c:v>-149.464</c:v>
              </c:pt>
              <c:pt idx="3153">
                <c:v>-140.311</c:v>
              </c:pt>
              <c:pt idx="3154">
                <c:v>-148.195</c:v>
              </c:pt>
              <c:pt idx="3155">
                <c:v>-137.864</c:v>
              </c:pt>
              <c:pt idx="3156">
                <c:v>26.388</c:v>
              </c:pt>
              <c:pt idx="3157">
                <c:v>-198.101</c:v>
              </c:pt>
              <c:pt idx="3158">
                <c:v>-163.488</c:v>
              </c:pt>
              <c:pt idx="3159">
                <c:v>-171.126</c:v>
              </c:pt>
              <c:pt idx="3160">
                <c:v>-176.796</c:v>
              </c:pt>
              <c:pt idx="3161">
                <c:v>-172.08</c:v>
              </c:pt>
              <c:pt idx="3162">
                <c:v>-171.118</c:v>
              </c:pt>
              <c:pt idx="3163">
                <c:v>-163.866</c:v>
              </c:pt>
              <c:pt idx="3164">
                <c:v>-158.211</c:v>
              </c:pt>
              <c:pt idx="3165">
                <c:v>-156.995</c:v>
              </c:pt>
              <c:pt idx="3166">
                <c:v>-179.575</c:v>
              </c:pt>
              <c:pt idx="3167">
                <c:v>-178.384</c:v>
              </c:pt>
              <c:pt idx="3168">
                <c:v>-182.75</c:v>
              </c:pt>
              <c:pt idx="3169">
                <c:v>105.114</c:v>
              </c:pt>
              <c:pt idx="3170">
                <c:v>-171.554</c:v>
              </c:pt>
              <c:pt idx="3171">
                <c:v>-179.599</c:v>
              </c:pt>
              <c:pt idx="3172">
                <c:v>-158.073</c:v>
              </c:pt>
              <c:pt idx="3173">
                <c:v>-156.778</c:v>
              </c:pt>
              <c:pt idx="3174">
                <c:v>41.473</c:v>
              </c:pt>
              <c:pt idx="3175">
                <c:v>-184.025</c:v>
              </c:pt>
              <c:pt idx="3176">
                <c:v>-171.074</c:v>
              </c:pt>
              <c:pt idx="3177">
                <c:v>-162.609</c:v>
              </c:pt>
              <c:pt idx="3178">
                <c:v>-163.941</c:v>
              </c:pt>
              <c:pt idx="3179">
                <c:v>-169.655</c:v>
              </c:pt>
              <c:pt idx="3180">
                <c:v>-168.932</c:v>
              </c:pt>
              <c:pt idx="3181">
                <c:v>-179.451</c:v>
              </c:pt>
              <c:pt idx="3182">
                <c:v>-164.9</c:v>
              </c:pt>
              <c:pt idx="3183">
                <c:v>-170.131</c:v>
              </c:pt>
              <c:pt idx="3184">
                <c:v>-151.654</c:v>
              </c:pt>
              <c:pt idx="3185">
                <c:v>-145.482</c:v>
              </c:pt>
              <c:pt idx="3186">
                <c:v>-147.68</c:v>
              </c:pt>
              <c:pt idx="3187">
                <c:v>-135.375</c:v>
              </c:pt>
              <c:pt idx="3188">
                <c:v>-160.018</c:v>
              </c:pt>
              <c:pt idx="3189">
                <c:v>-148.416</c:v>
              </c:pt>
              <c:pt idx="3190">
                <c:v>-151.578</c:v>
              </c:pt>
              <c:pt idx="3191">
                <c:v>-143.053</c:v>
              </c:pt>
              <c:pt idx="3192">
                <c:v>-165.105</c:v>
              </c:pt>
              <c:pt idx="3193">
                <c:v>-152.889</c:v>
              </c:pt>
              <c:pt idx="3194">
                <c:v>-144.277</c:v>
              </c:pt>
              <c:pt idx="3195">
                <c:v>-135.524</c:v>
              </c:pt>
              <c:pt idx="3196">
                <c:v>114.303</c:v>
              </c:pt>
              <c:pt idx="3197">
                <c:v>-171.577</c:v>
              </c:pt>
              <c:pt idx="3198">
                <c:v>-5.107</c:v>
              </c:pt>
              <c:pt idx="3199">
                <c:v>-149.761</c:v>
              </c:pt>
              <c:pt idx="3200">
                <c:v>-146.504</c:v>
              </c:pt>
              <c:pt idx="3201">
                <c:v>-137.629</c:v>
              </c:pt>
              <c:pt idx="3202">
                <c:v>-149.314</c:v>
              </c:pt>
              <c:pt idx="3203">
                <c:v>-96.397</c:v>
              </c:pt>
              <c:pt idx="3204">
                <c:v>-150.462</c:v>
              </c:pt>
              <c:pt idx="3205">
                <c:v>-149.06</c:v>
              </c:pt>
              <c:pt idx="3206">
                <c:v>-147.592</c:v>
              </c:pt>
              <c:pt idx="3207">
                <c:v>-151.314</c:v>
              </c:pt>
              <c:pt idx="3208">
                <c:v>-143.822</c:v>
              </c:pt>
              <c:pt idx="3209">
                <c:v>-146.944</c:v>
              </c:pt>
              <c:pt idx="3210">
                <c:v>-147.3</c:v>
              </c:pt>
              <c:pt idx="3211">
                <c:v>-148.542</c:v>
              </c:pt>
              <c:pt idx="3212">
                <c:v>-150.961</c:v>
              </c:pt>
              <c:pt idx="3213">
                <c:v>-144.343</c:v>
              </c:pt>
              <c:pt idx="3214">
                <c:v>-138.628</c:v>
              </c:pt>
              <c:pt idx="3215">
                <c:v>-145.506</c:v>
              </c:pt>
              <c:pt idx="3216">
                <c:v>-145.211</c:v>
              </c:pt>
              <c:pt idx="3217">
                <c:v>-149.734</c:v>
              </c:pt>
              <c:pt idx="3218">
                <c:v>-140.727</c:v>
              </c:pt>
              <c:pt idx="3219">
                <c:v>-136.987</c:v>
              </c:pt>
              <c:pt idx="3220">
                <c:v>-137.92</c:v>
              </c:pt>
              <c:pt idx="3221">
                <c:v>76.313</c:v>
              </c:pt>
              <c:pt idx="3222">
                <c:v>-162.468</c:v>
              </c:pt>
              <c:pt idx="3223">
                <c:v>-148.334</c:v>
              </c:pt>
              <c:pt idx="3224">
                <c:v>-140.753</c:v>
              </c:pt>
              <c:pt idx="3225">
                <c:v>-151.66</c:v>
              </c:pt>
              <c:pt idx="3226">
                <c:v>-140.352</c:v>
              </c:pt>
              <c:pt idx="3227">
                <c:v>-153.52</c:v>
              </c:pt>
              <c:pt idx="3228">
                <c:v>-150.616</c:v>
              </c:pt>
              <c:pt idx="3229">
                <c:v>-138.985</c:v>
              </c:pt>
              <c:pt idx="3230">
                <c:v>-151.414</c:v>
              </c:pt>
              <c:pt idx="3231">
                <c:v>-151.391</c:v>
              </c:pt>
              <c:pt idx="3232">
                <c:v>-164.226</c:v>
              </c:pt>
              <c:pt idx="3233">
                <c:v>-155.45</c:v>
              </c:pt>
              <c:pt idx="3234">
                <c:v>-150.723</c:v>
              </c:pt>
              <c:pt idx="3235">
                <c:v>-158.441</c:v>
              </c:pt>
              <c:pt idx="3236">
                <c:v>-163.388</c:v>
              </c:pt>
              <c:pt idx="3237">
                <c:v>-151.858</c:v>
              </c:pt>
              <c:pt idx="3238">
                <c:v>-151.362</c:v>
              </c:pt>
              <c:pt idx="3239">
                <c:v>-161.115</c:v>
              </c:pt>
              <c:pt idx="3240">
                <c:v>-166.977</c:v>
              </c:pt>
              <c:pt idx="3241">
                <c:v>-165.095</c:v>
              </c:pt>
              <c:pt idx="3242">
                <c:v>-165.62</c:v>
              </c:pt>
              <c:pt idx="3243">
                <c:v>-156.541</c:v>
              </c:pt>
              <c:pt idx="3244">
                <c:v>-143.786</c:v>
              </c:pt>
              <c:pt idx="3245">
                <c:v>-141.804</c:v>
              </c:pt>
              <c:pt idx="3246">
                <c:v>-140.63</c:v>
              </c:pt>
              <c:pt idx="3247">
                <c:v>-147.04</c:v>
              </c:pt>
              <c:pt idx="3248">
                <c:v>-149.951</c:v>
              </c:pt>
              <c:pt idx="3249">
                <c:v>-76.606</c:v>
              </c:pt>
              <c:pt idx="3250">
                <c:v>-22.862</c:v>
              </c:pt>
              <c:pt idx="3251">
                <c:v>-14.556</c:v>
              </c:pt>
              <c:pt idx="3252">
                <c:v>-50.162</c:v>
              </c:pt>
              <c:pt idx="3253">
                <c:v>-157.54</c:v>
              </c:pt>
              <c:pt idx="3254">
                <c:v>-164.256</c:v>
              </c:pt>
              <c:pt idx="3255">
                <c:v>-166.478</c:v>
              </c:pt>
              <c:pt idx="3256">
                <c:v>-164.709</c:v>
              </c:pt>
              <c:pt idx="3257">
                <c:v>-166.11</c:v>
              </c:pt>
              <c:pt idx="3258">
                <c:v>-154.534</c:v>
              </c:pt>
              <c:pt idx="3259">
                <c:v>110.955</c:v>
              </c:pt>
              <c:pt idx="3260">
                <c:v>-165.223</c:v>
              </c:pt>
              <c:pt idx="3261">
                <c:v>-156.558</c:v>
              </c:pt>
              <c:pt idx="3262">
                <c:v>-165.572</c:v>
              </c:pt>
              <c:pt idx="3263">
                <c:v>-151.162</c:v>
              </c:pt>
              <c:pt idx="3264">
                <c:v>29.639</c:v>
              </c:pt>
              <c:pt idx="3265">
                <c:v>-49.45</c:v>
              </c:pt>
              <c:pt idx="3266">
                <c:v>-154.779</c:v>
              </c:pt>
              <c:pt idx="3267">
                <c:v>-156.187</c:v>
              </c:pt>
              <c:pt idx="3268">
                <c:v>-93.629</c:v>
              </c:pt>
              <c:pt idx="3269">
                <c:v>-204.532</c:v>
              </c:pt>
              <c:pt idx="3270">
                <c:v>-54.053</c:v>
              </c:pt>
              <c:pt idx="3271">
                <c:v>23.065</c:v>
              </c:pt>
              <c:pt idx="3272">
                <c:v>-209.251</c:v>
              </c:pt>
              <c:pt idx="3273">
                <c:v>-211.056</c:v>
              </c:pt>
              <c:pt idx="3274">
                <c:v>-211.673</c:v>
              </c:pt>
              <c:pt idx="3275">
                <c:v>-214.779</c:v>
              </c:pt>
              <c:pt idx="3276">
                <c:v>-211.326</c:v>
              </c:pt>
              <c:pt idx="3277">
                <c:v>-206.182</c:v>
              </c:pt>
              <c:pt idx="3278">
                <c:v>-214.405</c:v>
              </c:pt>
              <c:pt idx="3279">
                <c:v>-209.38</c:v>
              </c:pt>
              <c:pt idx="3280">
                <c:v>-213.283</c:v>
              </c:pt>
              <c:pt idx="3281">
                <c:v>31.751</c:v>
              </c:pt>
              <c:pt idx="3282">
                <c:v>-209.428</c:v>
              </c:pt>
              <c:pt idx="3283">
                <c:v>-212.355</c:v>
              </c:pt>
              <c:pt idx="3284">
                <c:v>-104.69</c:v>
              </c:pt>
              <c:pt idx="3285">
                <c:v>-107.791</c:v>
              </c:pt>
              <c:pt idx="3286">
                <c:v>-211.181</c:v>
              </c:pt>
              <c:pt idx="3287">
                <c:v>-203.187</c:v>
              </c:pt>
              <c:pt idx="3288">
                <c:v>-208.474</c:v>
              </c:pt>
              <c:pt idx="3289">
                <c:v>-204.85</c:v>
              </c:pt>
              <c:pt idx="3290">
                <c:v>-209.837</c:v>
              </c:pt>
              <c:pt idx="3291">
                <c:v>-33.694</c:v>
              </c:pt>
              <c:pt idx="3292">
                <c:v>-206.152</c:v>
              </c:pt>
              <c:pt idx="3293">
                <c:v>-212.321</c:v>
              </c:pt>
              <c:pt idx="3294">
                <c:v>-211.106</c:v>
              </c:pt>
              <c:pt idx="3295">
                <c:v>-208.058</c:v>
              </c:pt>
              <c:pt idx="3296">
                <c:v>-196.078</c:v>
              </c:pt>
              <c:pt idx="3297">
                <c:v>-214.675</c:v>
              </c:pt>
              <c:pt idx="3298">
                <c:v>9.764</c:v>
              </c:pt>
              <c:pt idx="3299">
                <c:v>-19.802</c:v>
              </c:pt>
              <c:pt idx="3300">
                <c:v>-11.401</c:v>
              </c:pt>
              <c:pt idx="3301">
                <c:v>-208.182</c:v>
              </c:pt>
              <c:pt idx="3302">
                <c:v>51.205</c:v>
              </c:pt>
              <c:pt idx="3303">
                <c:v>28.864</c:v>
              </c:pt>
              <c:pt idx="3304">
                <c:v>-212.838</c:v>
              </c:pt>
              <c:pt idx="3305">
                <c:v>-143.437</c:v>
              </c:pt>
              <c:pt idx="3306">
                <c:v>-208.978</c:v>
              </c:pt>
              <c:pt idx="3307">
                <c:v>-192.266</c:v>
              </c:pt>
              <c:pt idx="3308">
                <c:v>-201.191</c:v>
              </c:pt>
              <c:pt idx="3309">
                <c:v>-193.543</c:v>
              </c:pt>
              <c:pt idx="3310">
                <c:v>-199.739</c:v>
              </c:pt>
              <c:pt idx="3311">
                <c:v>-211.5</c:v>
              </c:pt>
              <c:pt idx="3312">
                <c:v>51.119</c:v>
              </c:pt>
              <c:pt idx="3313">
                <c:v>-203.688</c:v>
              </c:pt>
              <c:pt idx="3314">
                <c:v>-212.395</c:v>
              </c:pt>
              <c:pt idx="3315">
                <c:v>-198.77</c:v>
              </c:pt>
              <c:pt idx="3316">
                <c:v>113.043</c:v>
              </c:pt>
              <c:pt idx="3317">
                <c:v>-47.018</c:v>
              </c:pt>
              <c:pt idx="3318">
                <c:v>-191.944</c:v>
              </c:pt>
              <c:pt idx="3319">
                <c:v>-5.143</c:v>
              </c:pt>
              <c:pt idx="3320">
                <c:v>-194.519</c:v>
              </c:pt>
              <c:pt idx="3321">
                <c:v>-194.467</c:v>
              </c:pt>
              <c:pt idx="3322">
                <c:v>-213.171</c:v>
              </c:pt>
              <c:pt idx="3323">
                <c:v>-198.011</c:v>
              </c:pt>
              <c:pt idx="3324">
                <c:v>-213.083</c:v>
              </c:pt>
              <c:pt idx="3325">
                <c:v>-194.535</c:v>
              </c:pt>
              <c:pt idx="3326">
                <c:v>-199.748</c:v>
              </c:pt>
              <c:pt idx="3327">
                <c:v>-65.899</c:v>
              </c:pt>
              <c:pt idx="3328">
                <c:v>-200.912</c:v>
              </c:pt>
              <c:pt idx="3329">
                <c:v>-211.4</c:v>
              </c:pt>
              <c:pt idx="3330">
                <c:v>-63.391</c:v>
              </c:pt>
              <c:pt idx="3331">
                <c:v>112.977</c:v>
              </c:pt>
              <c:pt idx="3332">
                <c:v>-204.947</c:v>
              </c:pt>
              <c:pt idx="3333">
                <c:v>66.112</c:v>
              </c:pt>
              <c:pt idx="3334">
                <c:v>13.976</c:v>
              </c:pt>
              <c:pt idx="3335">
                <c:v>-199.259</c:v>
              </c:pt>
              <c:pt idx="3336">
                <c:v>45.539</c:v>
              </c:pt>
              <c:pt idx="3337">
                <c:v>-204.406</c:v>
              </c:pt>
              <c:pt idx="3338">
                <c:v>-193.366</c:v>
              </c:pt>
              <c:pt idx="3339">
                <c:v>-53.534</c:v>
              </c:pt>
              <c:pt idx="3340">
                <c:v>-202.102</c:v>
              </c:pt>
              <c:pt idx="3341">
                <c:v>-103.968</c:v>
              </c:pt>
              <c:pt idx="3342">
                <c:v>-203.478</c:v>
              </c:pt>
              <c:pt idx="3343">
                <c:v>-202.353</c:v>
              </c:pt>
              <c:pt idx="3344">
                <c:v>-213.846</c:v>
              </c:pt>
              <c:pt idx="3345">
                <c:v>-204.909</c:v>
              </c:pt>
              <c:pt idx="3346">
                <c:v>-208.64</c:v>
              </c:pt>
              <c:pt idx="3347">
                <c:v>-193.569</c:v>
              </c:pt>
              <c:pt idx="3348">
                <c:v>-211.569</c:v>
              </c:pt>
              <c:pt idx="3349">
                <c:v>-205.492</c:v>
              </c:pt>
              <c:pt idx="3350">
                <c:v>-206.835</c:v>
              </c:pt>
              <c:pt idx="3351">
                <c:v>-208.14</c:v>
              </c:pt>
              <c:pt idx="3352">
                <c:v>8.454</c:v>
              </c:pt>
              <c:pt idx="3353">
                <c:v>-205.293</c:v>
              </c:pt>
              <c:pt idx="3354">
                <c:v>-208.539</c:v>
              </c:pt>
              <c:pt idx="3355">
                <c:v>-209.239</c:v>
              </c:pt>
              <c:pt idx="3356">
                <c:v>-201.034</c:v>
              </c:pt>
              <c:pt idx="3357">
                <c:v>-199.97</c:v>
              </c:pt>
              <c:pt idx="3358">
                <c:v>-197.86</c:v>
              </c:pt>
              <c:pt idx="3359">
                <c:v>-212.194</c:v>
              </c:pt>
              <c:pt idx="3360">
                <c:v>-210.979</c:v>
              </c:pt>
              <c:pt idx="3361">
                <c:v>-207.09</c:v>
              </c:pt>
              <c:pt idx="3362">
                <c:v>29.476</c:v>
              </c:pt>
              <c:pt idx="3363">
                <c:v>-196.014</c:v>
              </c:pt>
              <c:pt idx="3364">
                <c:v>-6.923</c:v>
              </c:pt>
              <c:pt idx="3365">
                <c:v>-210.35</c:v>
              </c:pt>
              <c:pt idx="3366">
                <c:v>-211.282</c:v>
              </c:pt>
              <c:pt idx="3367">
                <c:v>-193.039</c:v>
              </c:pt>
              <c:pt idx="3368">
                <c:v>-210.453</c:v>
              </c:pt>
              <c:pt idx="3369">
                <c:v>-211.695</c:v>
              </c:pt>
              <c:pt idx="3370">
                <c:v>-207.804</c:v>
              </c:pt>
              <c:pt idx="3371">
                <c:v>-14.601</c:v>
              </c:pt>
              <c:pt idx="3372">
                <c:v>19.574</c:v>
              </c:pt>
              <c:pt idx="3373">
                <c:v>44.623</c:v>
              </c:pt>
              <c:pt idx="3374">
                <c:v>-194.401</c:v>
              </c:pt>
              <c:pt idx="3375">
                <c:v>-214.699</c:v>
              </c:pt>
              <c:pt idx="3376">
                <c:v>-79.627</c:v>
              </c:pt>
              <c:pt idx="3377">
                <c:v>-204.673</c:v>
              </c:pt>
              <c:pt idx="3378">
                <c:v>-205.523</c:v>
              </c:pt>
              <c:pt idx="3379">
                <c:v>-214.552</c:v>
              </c:pt>
              <c:pt idx="3380">
                <c:v>19.587</c:v>
              </c:pt>
              <c:pt idx="3381">
                <c:v>52.101</c:v>
              </c:pt>
              <c:pt idx="3382">
                <c:v>-52.291</c:v>
              </c:pt>
              <c:pt idx="3383">
                <c:v>-46.839</c:v>
              </c:pt>
              <c:pt idx="3384">
                <c:v>-52.961</c:v>
              </c:pt>
              <c:pt idx="3385">
                <c:v>-31.962</c:v>
              </c:pt>
              <c:pt idx="3386">
                <c:v>-51.505</c:v>
              </c:pt>
              <c:pt idx="3387">
                <c:v>-50.986</c:v>
              </c:pt>
              <c:pt idx="3388">
                <c:v>-45.684</c:v>
              </c:pt>
              <c:pt idx="3389">
                <c:v>-47.904</c:v>
              </c:pt>
              <c:pt idx="3390">
                <c:v>-47.075</c:v>
              </c:pt>
              <c:pt idx="3391">
                <c:v>-39.78</c:v>
              </c:pt>
              <c:pt idx="3392">
                <c:v>-31.706</c:v>
              </c:pt>
              <c:pt idx="3393">
                <c:v>-34.346</c:v>
              </c:pt>
              <c:pt idx="3394">
                <c:v>-35.063</c:v>
              </c:pt>
              <c:pt idx="3395">
                <c:v>-32.399</c:v>
              </c:pt>
              <c:pt idx="3396">
                <c:v>-33.674</c:v>
              </c:pt>
              <c:pt idx="3397">
                <c:v>-46.221</c:v>
              </c:pt>
              <c:pt idx="3398">
                <c:v>-35.629</c:v>
              </c:pt>
              <c:pt idx="3399">
                <c:v>-50.863</c:v>
              </c:pt>
              <c:pt idx="3400">
                <c:v>-47.706</c:v>
              </c:pt>
              <c:pt idx="3401">
                <c:v>-49.893</c:v>
              </c:pt>
              <c:pt idx="3402">
                <c:v>-52.106</c:v>
              </c:pt>
              <c:pt idx="3403">
                <c:v>-53.007</c:v>
              </c:pt>
              <c:pt idx="3404">
                <c:v>-46.04</c:v>
              </c:pt>
              <c:pt idx="3405">
                <c:v>-35.597</c:v>
              </c:pt>
              <c:pt idx="3406">
                <c:v>-38.658</c:v>
              </c:pt>
              <c:pt idx="3407">
                <c:v>-50.223</c:v>
              </c:pt>
              <c:pt idx="3408">
                <c:v>-49.309</c:v>
              </c:pt>
              <c:pt idx="3409">
                <c:v>-46.884</c:v>
              </c:pt>
              <c:pt idx="3410">
                <c:v>-34.408</c:v>
              </c:pt>
              <c:pt idx="3411">
                <c:v>-36.865</c:v>
              </c:pt>
              <c:pt idx="3412">
                <c:v>-51.38</c:v>
              </c:pt>
              <c:pt idx="3413">
                <c:v>-36.746</c:v>
              </c:pt>
              <c:pt idx="3414">
                <c:v>-48.692</c:v>
              </c:pt>
              <c:pt idx="3415">
                <c:v>-42.681</c:v>
              </c:pt>
              <c:pt idx="3416">
                <c:v>32.369</c:v>
              </c:pt>
              <c:pt idx="3417">
                <c:v>28.951</c:v>
              </c:pt>
              <c:pt idx="3418">
                <c:v>101.766</c:v>
              </c:pt>
              <c:pt idx="3419">
                <c:v>42.058</c:v>
              </c:pt>
              <c:pt idx="3420">
                <c:v>-99.887</c:v>
              </c:pt>
              <c:pt idx="3421">
                <c:v>-77.615</c:v>
              </c:pt>
              <c:pt idx="3422">
                <c:v>-96.126</c:v>
              </c:pt>
              <c:pt idx="3423">
                <c:v>-74.832</c:v>
              </c:pt>
              <c:pt idx="3424">
                <c:v>-95.088</c:v>
              </c:pt>
              <c:pt idx="3425">
                <c:v>-80.405</c:v>
              </c:pt>
              <c:pt idx="3426">
                <c:v>-74.121</c:v>
              </c:pt>
              <c:pt idx="3427">
                <c:v>-84.525</c:v>
              </c:pt>
              <c:pt idx="3428">
                <c:v>-98.5</c:v>
              </c:pt>
              <c:pt idx="3429">
                <c:v>-97.642</c:v>
              </c:pt>
              <c:pt idx="3430">
                <c:v>-96.834</c:v>
              </c:pt>
              <c:pt idx="3431">
                <c:v>-78.89</c:v>
              </c:pt>
              <c:pt idx="3432">
                <c:v>-78.194</c:v>
              </c:pt>
              <c:pt idx="3433">
                <c:v>-96.024</c:v>
              </c:pt>
              <c:pt idx="3434">
                <c:v>-85.952</c:v>
              </c:pt>
              <c:pt idx="3435">
                <c:v>-78.991</c:v>
              </c:pt>
              <c:pt idx="3436">
                <c:v>-98.757</c:v>
              </c:pt>
              <c:pt idx="3437">
                <c:v>-87.979</c:v>
              </c:pt>
              <c:pt idx="3438">
                <c:v>-96.642</c:v>
              </c:pt>
              <c:pt idx="3439">
                <c:v>50.316</c:v>
              </c:pt>
              <c:pt idx="3440">
                <c:v>21.572</c:v>
              </c:pt>
              <c:pt idx="3441">
                <c:v>-82.101</c:v>
              </c:pt>
              <c:pt idx="3442">
                <c:v>-95.866</c:v>
              </c:pt>
              <c:pt idx="3443">
                <c:v>-88.807</c:v>
              </c:pt>
              <c:pt idx="3444">
                <c:v>-92.617</c:v>
              </c:pt>
              <c:pt idx="3445">
                <c:v>-89.663</c:v>
              </c:pt>
              <c:pt idx="3446">
                <c:v>-87.406</c:v>
              </c:pt>
              <c:pt idx="3447">
                <c:v>-92.009</c:v>
              </c:pt>
              <c:pt idx="3448">
                <c:v>-86.908</c:v>
              </c:pt>
              <c:pt idx="3449">
                <c:v>-82.757</c:v>
              </c:pt>
              <c:pt idx="3450">
                <c:v>-84.803</c:v>
              </c:pt>
              <c:pt idx="3451">
                <c:v>-89.779</c:v>
              </c:pt>
              <c:pt idx="3452">
                <c:v>-90.208</c:v>
              </c:pt>
              <c:pt idx="3453">
                <c:v>-109.042</c:v>
              </c:pt>
              <c:pt idx="3454">
                <c:v>-110.551</c:v>
              </c:pt>
              <c:pt idx="3455">
                <c:v>-49.658</c:v>
              </c:pt>
              <c:pt idx="3456">
                <c:v>-42.164</c:v>
              </c:pt>
              <c:pt idx="3457">
                <c:v>-27.213</c:v>
              </c:pt>
              <c:pt idx="3458">
                <c:v>-6.956</c:v>
              </c:pt>
              <c:pt idx="3459">
                <c:v>-7.076</c:v>
              </c:pt>
              <c:pt idx="3460">
                <c:v>-52.565</c:v>
              </c:pt>
              <c:pt idx="3461">
                <c:v>-14.31</c:v>
              </c:pt>
              <c:pt idx="3462">
                <c:v>-7.22</c:v>
              </c:pt>
              <c:pt idx="3463">
                <c:v>-16.617</c:v>
              </c:pt>
              <c:pt idx="3464">
                <c:v>16.408</c:v>
              </c:pt>
              <c:pt idx="3465">
                <c:v>-12.223</c:v>
              </c:pt>
              <c:pt idx="3466">
                <c:v>-8.444</c:v>
              </c:pt>
              <c:pt idx="3467">
                <c:v>-21.202</c:v>
              </c:pt>
              <c:pt idx="3468">
                <c:v>-9.839</c:v>
              </c:pt>
              <c:pt idx="3469">
                <c:v>76.639</c:v>
              </c:pt>
              <c:pt idx="3470">
                <c:v>32.079</c:v>
              </c:pt>
              <c:pt idx="3471">
                <c:v>-58.591</c:v>
              </c:pt>
              <c:pt idx="3472">
                <c:v>7.74</c:v>
              </c:pt>
              <c:pt idx="3473">
                <c:v>27.263</c:v>
              </c:pt>
              <c:pt idx="3474">
                <c:v>24.463</c:v>
              </c:pt>
              <c:pt idx="3475">
                <c:v>-36.414</c:v>
              </c:pt>
              <c:pt idx="3476">
                <c:v>114.838</c:v>
              </c:pt>
              <c:pt idx="3477">
                <c:v>108.222</c:v>
              </c:pt>
              <c:pt idx="3478">
                <c:v>9.428</c:v>
              </c:pt>
              <c:pt idx="3479">
                <c:v>10.82</c:v>
              </c:pt>
              <c:pt idx="3480">
                <c:v>-17.81</c:v>
              </c:pt>
              <c:pt idx="3481">
                <c:v>-4.626</c:v>
              </c:pt>
              <c:pt idx="3482">
                <c:v>42.395</c:v>
              </c:pt>
              <c:pt idx="3483">
                <c:v>-68.362</c:v>
              </c:pt>
              <c:pt idx="3484">
                <c:v>-60.61</c:v>
              </c:pt>
              <c:pt idx="3485">
                <c:v>-67.566</c:v>
              </c:pt>
              <c:pt idx="3486">
                <c:v>-72.043</c:v>
              </c:pt>
              <c:pt idx="3487">
                <c:v>-68.139</c:v>
              </c:pt>
              <c:pt idx="3488">
                <c:v>-54.447</c:v>
              </c:pt>
              <c:pt idx="3489">
                <c:v>-65.546</c:v>
              </c:pt>
              <c:pt idx="3490">
                <c:v>-19.33</c:v>
              </c:pt>
              <c:pt idx="3491">
                <c:v>-74.718</c:v>
              </c:pt>
              <c:pt idx="3492">
                <c:v>-72.595</c:v>
              </c:pt>
              <c:pt idx="3493">
                <c:v>-63.184</c:v>
              </c:pt>
              <c:pt idx="3494">
                <c:v>-75.892</c:v>
              </c:pt>
              <c:pt idx="3495">
                <c:v>-57.768</c:v>
              </c:pt>
              <c:pt idx="3496">
                <c:v>-77.757</c:v>
              </c:pt>
              <c:pt idx="3497">
                <c:v>-49.313</c:v>
              </c:pt>
              <c:pt idx="3498">
                <c:v>65.896</c:v>
              </c:pt>
              <c:pt idx="3499">
                <c:v>-79.106</c:v>
              </c:pt>
              <c:pt idx="3500">
                <c:v>-76.915</c:v>
              </c:pt>
              <c:pt idx="3501">
                <c:v>-75.194</c:v>
              </c:pt>
              <c:pt idx="3502">
                <c:v>-66.064</c:v>
              </c:pt>
              <c:pt idx="3503">
                <c:v>-80.714</c:v>
              </c:pt>
              <c:pt idx="3504">
                <c:v>-49.059</c:v>
              </c:pt>
              <c:pt idx="3505">
                <c:v>-76.441</c:v>
              </c:pt>
              <c:pt idx="3506">
                <c:v>-61.032</c:v>
              </c:pt>
              <c:pt idx="3507">
                <c:v>-71.351</c:v>
              </c:pt>
              <c:pt idx="3508">
                <c:v>-68.255</c:v>
              </c:pt>
              <c:pt idx="3509">
                <c:v>-62.573</c:v>
              </c:pt>
              <c:pt idx="3510">
                <c:v>-65.465</c:v>
              </c:pt>
              <c:pt idx="3511">
                <c:v>-62.493</c:v>
              </c:pt>
              <c:pt idx="3512">
                <c:v>-52.072</c:v>
              </c:pt>
              <c:pt idx="3513">
                <c:v>-44.292</c:v>
              </c:pt>
              <c:pt idx="3514">
                <c:v>-57.047</c:v>
              </c:pt>
              <c:pt idx="3515">
                <c:v>-58.987</c:v>
              </c:pt>
              <c:pt idx="3516">
                <c:v>-72.786</c:v>
              </c:pt>
              <c:pt idx="3517">
                <c:v>-64.048</c:v>
              </c:pt>
              <c:pt idx="3518">
                <c:v>-53.817</c:v>
              </c:pt>
              <c:pt idx="3519">
                <c:v>-53.614</c:v>
              </c:pt>
              <c:pt idx="3520">
                <c:v>-52.351</c:v>
              </c:pt>
              <c:pt idx="3521">
                <c:v>108.543</c:v>
              </c:pt>
              <c:pt idx="3522">
                <c:v>-43.013</c:v>
              </c:pt>
              <c:pt idx="3523">
                <c:v>-54.217</c:v>
              </c:pt>
              <c:pt idx="3524">
                <c:v>28.141</c:v>
              </c:pt>
              <c:pt idx="3525">
                <c:v>114.647</c:v>
              </c:pt>
              <c:pt idx="3526">
                <c:v>43.269</c:v>
              </c:pt>
              <c:pt idx="3527">
                <c:v>-48.102</c:v>
              </c:pt>
              <c:pt idx="3528">
                <c:v>-9.2</c:v>
              </c:pt>
              <c:pt idx="3529">
                <c:v>-34.727</c:v>
              </c:pt>
              <c:pt idx="3530">
                <c:v>-56.674</c:v>
              </c:pt>
              <c:pt idx="3531">
                <c:v>-6.791</c:v>
              </c:pt>
              <c:pt idx="3532">
                <c:v>97.29</c:v>
              </c:pt>
              <c:pt idx="3533">
                <c:v>-71.632</c:v>
              </c:pt>
              <c:pt idx="3534">
                <c:v>31.059</c:v>
              </c:pt>
              <c:pt idx="3535">
                <c:v>-104.668</c:v>
              </c:pt>
              <c:pt idx="3536">
                <c:v>-106.007</c:v>
              </c:pt>
              <c:pt idx="3537">
                <c:v>-83.701</c:v>
              </c:pt>
              <c:pt idx="3538">
                <c:v>-99.567</c:v>
              </c:pt>
              <c:pt idx="3539">
                <c:v>0.246</c:v>
              </c:pt>
              <c:pt idx="3540">
                <c:v>-105.538</c:v>
              </c:pt>
              <c:pt idx="3541">
                <c:v>-103.286</c:v>
              </c:pt>
              <c:pt idx="3542">
                <c:v>-100.649</c:v>
              </c:pt>
              <c:pt idx="3543">
                <c:v>-100.563</c:v>
              </c:pt>
              <c:pt idx="3544">
                <c:v>-103.085</c:v>
              </c:pt>
              <c:pt idx="3545">
                <c:v>-102.05</c:v>
              </c:pt>
              <c:pt idx="3546">
                <c:v>-105.084</c:v>
              </c:pt>
              <c:pt idx="3547">
                <c:v>-102.632</c:v>
              </c:pt>
              <c:pt idx="3548">
                <c:v>-102.637</c:v>
              </c:pt>
              <c:pt idx="3549">
                <c:v>-96.198</c:v>
              </c:pt>
              <c:pt idx="3550">
                <c:v>-97.927</c:v>
              </c:pt>
              <c:pt idx="3551">
                <c:v>-75.834</c:v>
              </c:pt>
              <c:pt idx="3552">
                <c:v>-97.147</c:v>
              </c:pt>
              <c:pt idx="3553">
                <c:v>-106.619</c:v>
              </c:pt>
              <c:pt idx="3554">
                <c:v>-104.953</c:v>
              </c:pt>
              <c:pt idx="3555">
                <c:v>-104.304</c:v>
              </c:pt>
              <c:pt idx="3556">
                <c:v>-101.307</c:v>
              </c:pt>
              <c:pt idx="3557">
                <c:v>-92</c:v>
              </c:pt>
              <c:pt idx="3558">
                <c:v>-100.46</c:v>
              </c:pt>
              <c:pt idx="3559">
                <c:v>-102.491</c:v>
              </c:pt>
              <c:pt idx="3560">
                <c:v>-92.053</c:v>
              </c:pt>
              <c:pt idx="3561">
                <c:v>-107.17</c:v>
              </c:pt>
              <c:pt idx="3562">
                <c:v>-100.92</c:v>
              </c:pt>
              <c:pt idx="3563">
                <c:v>-100.472</c:v>
              </c:pt>
              <c:pt idx="3564">
                <c:v>-104.324</c:v>
              </c:pt>
              <c:pt idx="3565">
                <c:v>-99.852</c:v>
              </c:pt>
              <c:pt idx="3566">
                <c:v>-100.539</c:v>
              </c:pt>
              <c:pt idx="3567">
                <c:v>-106.106</c:v>
              </c:pt>
              <c:pt idx="3568">
                <c:v>-104.122</c:v>
              </c:pt>
              <c:pt idx="3569">
                <c:v>-100.435</c:v>
              </c:pt>
              <c:pt idx="3570">
                <c:v>-97.951</c:v>
              </c:pt>
              <c:pt idx="3571">
                <c:v>-96.875</c:v>
              </c:pt>
              <c:pt idx="3572">
                <c:v>-102.928</c:v>
              </c:pt>
              <c:pt idx="3573">
                <c:v>-91.151</c:v>
              </c:pt>
              <c:pt idx="3574">
                <c:v>-97.736</c:v>
              </c:pt>
              <c:pt idx="3575">
                <c:v>-102.761</c:v>
              </c:pt>
              <c:pt idx="3576">
                <c:v>-97.947</c:v>
              </c:pt>
              <c:pt idx="3577">
                <c:v>-101.83</c:v>
              </c:pt>
              <c:pt idx="3578">
                <c:v>-101.087</c:v>
              </c:pt>
              <c:pt idx="3579">
                <c:v>-104.203</c:v>
              </c:pt>
              <c:pt idx="3580">
                <c:v>-103.881</c:v>
              </c:pt>
              <c:pt idx="3581">
                <c:v>-103.533</c:v>
              </c:pt>
              <c:pt idx="3582">
                <c:v>-100.524</c:v>
              </c:pt>
              <c:pt idx="3583">
                <c:v>-98.598</c:v>
              </c:pt>
              <c:pt idx="3584">
                <c:v>-101.855</c:v>
              </c:pt>
              <c:pt idx="3585">
                <c:v>-84.95</c:v>
              </c:pt>
              <c:pt idx="3586">
                <c:v>-80.748</c:v>
              </c:pt>
              <c:pt idx="3587">
                <c:v>-88.582</c:v>
              </c:pt>
              <c:pt idx="3588">
                <c:v>74.545</c:v>
              </c:pt>
              <c:pt idx="3589">
                <c:v>65.975</c:v>
              </c:pt>
              <c:pt idx="3590">
                <c:v>74.724</c:v>
              </c:pt>
              <c:pt idx="3591">
                <c:v>76.946</c:v>
              </c:pt>
              <c:pt idx="3592">
                <c:v>-51.466</c:v>
              </c:pt>
              <c:pt idx="3593">
                <c:v>61.418</c:v>
              </c:pt>
              <c:pt idx="3594">
                <c:v>74.889</c:v>
              </c:pt>
              <c:pt idx="3595">
                <c:v>76.026</c:v>
              </c:pt>
              <c:pt idx="3596">
                <c:v>73.772</c:v>
              </c:pt>
              <c:pt idx="3597">
                <c:v>74.75</c:v>
              </c:pt>
              <c:pt idx="3598">
                <c:v>58.816</c:v>
              </c:pt>
              <c:pt idx="3599">
                <c:v>76.967</c:v>
              </c:pt>
              <c:pt idx="3600">
                <c:v>61.598</c:v>
              </c:pt>
              <c:pt idx="3601">
                <c:v>55.252</c:v>
              </c:pt>
              <c:pt idx="3602">
                <c:v>68.791</c:v>
              </c:pt>
              <c:pt idx="3603">
                <c:v>57.488</c:v>
              </c:pt>
              <c:pt idx="3604">
                <c:v>63.171</c:v>
              </c:pt>
              <c:pt idx="3605">
                <c:v>74.584</c:v>
              </c:pt>
              <c:pt idx="3606">
                <c:v>71.336</c:v>
              </c:pt>
              <c:pt idx="3607">
                <c:v>56.918</c:v>
              </c:pt>
              <c:pt idx="3608">
                <c:v>75.053</c:v>
              </c:pt>
              <c:pt idx="3609">
                <c:v>69.189</c:v>
              </c:pt>
              <c:pt idx="3610">
                <c:v>56.388</c:v>
              </c:pt>
              <c:pt idx="3611">
                <c:v>73.74</c:v>
              </c:pt>
              <c:pt idx="3612">
                <c:v>69.521</c:v>
              </c:pt>
              <c:pt idx="3613">
                <c:v>73.656</c:v>
              </c:pt>
              <c:pt idx="3614">
                <c:v>58.947</c:v>
              </c:pt>
              <c:pt idx="3615">
                <c:v>69.879</c:v>
              </c:pt>
              <c:pt idx="3616">
                <c:v>71.363</c:v>
              </c:pt>
              <c:pt idx="3617">
                <c:v>65.507</c:v>
              </c:pt>
              <c:pt idx="3618">
                <c:v>73.077</c:v>
              </c:pt>
              <c:pt idx="3619">
                <c:v>67.925</c:v>
              </c:pt>
              <c:pt idx="3620">
                <c:v>64.096</c:v>
              </c:pt>
              <c:pt idx="3621">
                <c:v>14.922</c:v>
              </c:pt>
              <c:pt idx="3622">
                <c:v>-202.922</c:v>
              </c:pt>
              <c:pt idx="3623">
                <c:v>96.439</c:v>
              </c:pt>
              <c:pt idx="3624">
                <c:v>-28.441</c:v>
              </c:pt>
              <c:pt idx="3625">
                <c:v>105.165</c:v>
              </c:pt>
              <c:pt idx="3626">
                <c:v>34.035</c:v>
              </c:pt>
              <c:pt idx="3627">
                <c:v>22.671</c:v>
              </c:pt>
              <c:pt idx="3628">
                <c:v>-63.216</c:v>
              </c:pt>
              <c:pt idx="3629">
                <c:v>23.899</c:v>
              </c:pt>
              <c:pt idx="3630">
                <c:v>-17.356</c:v>
              </c:pt>
              <c:pt idx="3631">
                <c:v>-6.175</c:v>
              </c:pt>
              <c:pt idx="3632">
                <c:v>1.046</c:v>
              </c:pt>
              <c:pt idx="3633">
                <c:v>84.547</c:v>
              </c:pt>
              <c:pt idx="3634">
                <c:v>31.58</c:v>
              </c:pt>
              <c:pt idx="3635">
                <c:v>94.117</c:v>
              </c:pt>
              <c:pt idx="3636">
                <c:v>-48.181</c:v>
              </c:pt>
              <c:pt idx="3637">
                <c:v>46.195</c:v>
              </c:pt>
              <c:pt idx="3638">
                <c:v>-13.354</c:v>
              </c:pt>
              <c:pt idx="3639">
                <c:v>95.643</c:v>
              </c:pt>
              <c:pt idx="3640">
                <c:v>112.954</c:v>
              </c:pt>
              <c:pt idx="3641">
                <c:v>112.35</c:v>
              </c:pt>
              <c:pt idx="3642">
                <c:v>114.329</c:v>
              </c:pt>
              <c:pt idx="3643">
                <c:v>112.892</c:v>
              </c:pt>
              <c:pt idx="3644">
                <c:v>113.613</c:v>
              </c:pt>
              <c:pt idx="3645">
                <c:v>114.502</c:v>
              </c:pt>
              <c:pt idx="3646">
                <c:v>6.992</c:v>
              </c:pt>
              <c:pt idx="3647">
                <c:v>112.824</c:v>
              </c:pt>
              <c:pt idx="3648">
                <c:v>114.279</c:v>
              </c:pt>
              <c:pt idx="3649">
                <c:v>114.124</c:v>
              </c:pt>
              <c:pt idx="3650">
                <c:v>113.456</c:v>
              </c:pt>
              <c:pt idx="3651">
                <c:v>109.871</c:v>
              </c:pt>
              <c:pt idx="3652">
                <c:v>110.109</c:v>
              </c:pt>
              <c:pt idx="3653">
                <c:v>114.847</c:v>
              </c:pt>
              <c:pt idx="3654">
                <c:v>111.716</c:v>
              </c:pt>
              <c:pt idx="3655">
                <c:v>113.945</c:v>
              </c:pt>
              <c:pt idx="3656">
                <c:v>111.651</c:v>
              </c:pt>
              <c:pt idx="3657">
                <c:v>51.171</c:v>
              </c:pt>
              <c:pt idx="3658">
                <c:v>111.162</c:v>
              </c:pt>
              <c:pt idx="3659">
                <c:v>108.421</c:v>
              </c:pt>
              <c:pt idx="3660">
                <c:v>109.979</c:v>
              </c:pt>
              <c:pt idx="3661">
                <c:v>108.221</c:v>
              </c:pt>
              <c:pt idx="3662">
                <c:v>111.523</c:v>
              </c:pt>
              <c:pt idx="3663">
                <c:v>16.43</c:v>
              </c:pt>
              <c:pt idx="3664">
                <c:v>110.041</c:v>
              </c:pt>
              <c:pt idx="3665">
                <c:v>109.271</c:v>
              </c:pt>
              <c:pt idx="3666">
                <c:v>114.349</c:v>
              </c:pt>
              <c:pt idx="3667">
                <c:v>41.903</c:v>
              </c:pt>
              <c:pt idx="3668">
                <c:v>112.86</c:v>
              </c:pt>
              <c:pt idx="3669">
                <c:v>-7.735</c:v>
              </c:pt>
              <c:pt idx="3670">
                <c:v>67.897</c:v>
              </c:pt>
              <c:pt idx="3671">
                <c:v>69.926</c:v>
              </c:pt>
              <c:pt idx="3672">
                <c:v>69.189</c:v>
              </c:pt>
              <c:pt idx="3673">
                <c:v>51.738</c:v>
              </c:pt>
              <c:pt idx="3674">
                <c:v>55.048</c:v>
              </c:pt>
              <c:pt idx="3675">
                <c:v>50.463</c:v>
              </c:pt>
              <c:pt idx="3676">
                <c:v>57.004</c:v>
              </c:pt>
              <c:pt idx="3677">
                <c:v>51.559</c:v>
              </c:pt>
              <c:pt idx="3678">
                <c:v>68.301</c:v>
              </c:pt>
              <c:pt idx="3679">
                <c:v>64.728</c:v>
              </c:pt>
              <c:pt idx="3680">
                <c:v>50.032</c:v>
              </c:pt>
              <c:pt idx="3681">
                <c:v>59.924</c:v>
              </c:pt>
              <c:pt idx="3682">
                <c:v>69.428</c:v>
              </c:pt>
              <c:pt idx="3683">
                <c:v>67.079</c:v>
              </c:pt>
              <c:pt idx="3684">
                <c:v>69.616</c:v>
              </c:pt>
              <c:pt idx="3685">
                <c:v>58.776</c:v>
              </c:pt>
              <c:pt idx="3686">
                <c:v>68.674</c:v>
              </c:pt>
              <c:pt idx="3687">
                <c:v>51.616</c:v>
              </c:pt>
              <c:pt idx="3688">
                <c:v>67.951</c:v>
              </c:pt>
              <c:pt idx="3689">
                <c:v>47.768</c:v>
              </c:pt>
              <c:pt idx="3690">
                <c:v>-69.481</c:v>
              </c:pt>
              <c:pt idx="3691">
                <c:v>54.293</c:v>
              </c:pt>
              <c:pt idx="3692">
                <c:v>21.619</c:v>
              </c:pt>
              <c:pt idx="3693">
                <c:v>56.32</c:v>
              </c:pt>
              <c:pt idx="3694">
                <c:v>48.463</c:v>
              </c:pt>
              <c:pt idx="3695">
                <c:v>69.147</c:v>
              </c:pt>
              <c:pt idx="3696">
                <c:v>60.785</c:v>
              </c:pt>
              <c:pt idx="3697">
                <c:v>60.103</c:v>
              </c:pt>
              <c:pt idx="3698">
                <c:v>66.547</c:v>
              </c:pt>
              <c:pt idx="3699">
                <c:v>66.987</c:v>
              </c:pt>
              <c:pt idx="3700">
                <c:v>63.086</c:v>
              </c:pt>
              <c:pt idx="3701">
                <c:v>18.581</c:v>
              </c:pt>
              <c:pt idx="3702">
                <c:v>25.664</c:v>
              </c:pt>
              <c:pt idx="3703">
                <c:v>25.768</c:v>
              </c:pt>
              <c:pt idx="3704">
                <c:v>23.179</c:v>
              </c:pt>
              <c:pt idx="3705">
                <c:v>29.727</c:v>
              </c:pt>
              <c:pt idx="3706">
                <c:v>21.179</c:v>
              </c:pt>
              <c:pt idx="3707">
                <c:v>8.131</c:v>
              </c:pt>
              <c:pt idx="3708">
                <c:v>13.053</c:v>
              </c:pt>
              <c:pt idx="3709">
                <c:v>23.935</c:v>
              </c:pt>
              <c:pt idx="3710">
                <c:v>20.477</c:v>
              </c:pt>
              <c:pt idx="3711">
                <c:v>25.839</c:v>
              </c:pt>
              <c:pt idx="3712">
                <c:v>24.74</c:v>
              </c:pt>
              <c:pt idx="3713">
                <c:v>17.387</c:v>
              </c:pt>
              <c:pt idx="3714">
                <c:v>6.059</c:v>
              </c:pt>
              <c:pt idx="3715">
                <c:v>28.068</c:v>
              </c:pt>
              <c:pt idx="3716">
                <c:v>26.516</c:v>
              </c:pt>
              <c:pt idx="3717">
                <c:v>16.529</c:v>
              </c:pt>
              <c:pt idx="3718">
                <c:v>32.3</c:v>
              </c:pt>
              <c:pt idx="3719">
                <c:v>40.789</c:v>
              </c:pt>
              <c:pt idx="3720">
                <c:v>33.028</c:v>
              </c:pt>
              <c:pt idx="3721">
                <c:v>-10.529</c:v>
              </c:pt>
              <c:pt idx="3722">
                <c:v>31.081</c:v>
              </c:pt>
              <c:pt idx="3723">
                <c:v>9.316</c:v>
              </c:pt>
              <c:pt idx="3724">
                <c:v>5.368</c:v>
              </c:pt>
              <c:pt idx="3725">
                <c:v>15.148</c:v>
              </c:pt>
              <c:pt idx="3726">
                <c:v>7.689</c:v>
              </c:pt>
              <c:pt idx="3727">
                <c:v>35.25</c:v>
              </c:pt>
              <c:pt idx="3728">
                <c:v>27.053</c:v>
              </c:pt>
              <c:pt idx="3729">
                <c:v>30.731</c:v>
              </c:pt>
              <c:pt idx="3730">
                <c:v>26.463</c:v>
              </c:pt>
              <c:pt idx="3731">
                <c:v>12.487</c:v>
              </c:pt>
              <c:pt idx="3732">
                <c:v>39.139</c:v>
              </c:pt>
              <c:pt idx="3733">
                <c:v>25.413</c:v>
              </c:pt>
              <c:pt idx="3734">
                <c:v>31.444</c:v>
              </c:pt>
              <c:pt idx="3735">
                <c:v>31.494</c:v>
              </c:pt>
              <c:pt idx="3736">
                <c:v>27.675</c:v>
              </c:pt>
              <c:pt idx="3737">
                <c:v>28.782</c:v>
              </c:pt>
              <c:pt idx="3738">
                <c:v>10.576</c:v>
              </c:pt>
              <c:pt idx="3739">
                <c:v>27.073</c:v>
              </c:pt>
              <c:pt idx="3740">
                <c:v>21.348</c:v>
              </c:pt>
              <c:pt idx="3741">
                <c:v>22.467</c:v>
              </c:pt>
              <c:pt idx="3742">
                <c:v>7.111</c:v>
              </c:pt>
              <c:pt idx="3743">
                <c:v>33.023</c:v>
              </c:pt>
              <c:pt idx="3744">
                <c:v>25.595</c:v>
              </c:pt>
              <c:pt idx="3745">
                <c:v>21.946</c:v>
              </c:pt>
              <c:pt idx="3746">
                <c:v>28.146</c:v>
              </c:pt>
              <c:pt idx="3747">
                <c:v>29.767</c:v>
              </c:pt>
              <c:pt idx="3748">
                <c:v>15.833</c:v>
              </c:pt>
              <c:pt idx="3749">
                <c:v>28.735</c:v>
              </c:pt>
              <c:pt idx="3750">
                <c:v>13.058</c:v>
              </c:pt>
              <c:pt idx="3751">
                <c:v>33.811</c:v>
              </c:pt>
              <c:pt idx="3752">
                <c:v>30.507</c:v>
              </c:pt>
              <c:pt idx="3753">
                <c:v>25.689</c:v>
              </c:pt>
              <c:pt idx="3754">
                <c:v>32.435</c:v>
              </c:pt>
              <c:pt idx="3755">
                <c:v>9.246</c:v>
              </c:pt>
              <c:pt idx="3756">
                <c:v>22.918</c:v>
              </c:pt>
              <c:pt idx="3757">
                <c:v>22.853</c:v>
              </c:pt>
              <c:pt idx="3758">
                <c:v>24.688</c:v>
              </c:pt>
              <c:pt idx="3759">
                <c:v>-1.136</c:v>
              </c:pt>
              <c:pt idx="3760">
                <c:v>16.318</c:v>
              </c:pt>
              <c:pt idx="3761">
                <c:v>15.374</c:v>
              </c:pt>
              <c:pt idx="3762">
                <c:v>18.906</c:v>
              </c:pt>
              <c:pt idx="3763">
                <c:v>14.642</c:v>
              </c:pt>
              <c:pt idx="3764">
                <c:v>23.577</c:v>
              </c:pt>
              <c:pt idx="3765">
                <c:v>-6.291</c:v>
              </c:pt>
              <c:pt idx="3766">
                <c:v>-17.417</c:v>
              </c:pt>
              <c:pt idx="3767">
                <c:v>108.601</c:v>
              </c:pt>
              <c:pt idx="3768">
                <c:v>-8.576</c:v>
              </c:pt>
              <c:pt idx="3769">
                <c:v>-29.164</c:v>
              </c:pt>
              <c:pt idx="3770">
                <c:v>-9.677</c:v>
              </c:pt>
              <c:pt idx="3771">
                <c:v>81.304</c:v>
              </c:pt>
              <c:pt idx="3772">
                <c:v>-30.248</c:v>
              </c:pt>
              <c:pt idx="3773">
                <c:v>-15.526</c:v>
              </c:pt>
              <c:pt idx="3774">
                <c:v>-27.104</c:v>
              </c:pt>
              <c:pt idx="3775">
                <c:v>-31.471</c:v>
              </c:pt>
              <c:pt idx="3776">
                <c:v>-20.971</c:v>
              </c:pt>
              <c:pt idx="3777">
                <c:v>-12.732</c:v>
              </c:pt>
              <c:pt idx="3778">
                <c:v>-5.713</c:v>
              </c:pt>
              <c:pt idx="3779">
                <c:v>-24.571</c:v>
              </c:pt>
              <c:pt idx="3780">
                <c:v>-15.821</c:v>
              </c:pt>
              <c:pt idx="3781">
                <c:v>-3.675</c:v>
              </c:pt>
              <c:pt idx="3782">
                <c:v>-32.375</c:v>
              </c:pt>
              <c:pt idx="3783">
                <c:v>-21.993</c:v>
              </c:pt>
              <c:pt idx="3784">
                <c:v>-13.059</c:v>
              </c:pt>
              <c:pt idx="3785">
                <c:v>-28.736</c:v>
              </c:pt>
              <c:pt idx="3786">
                <c:v>-29.96</c:v>
              </c:pt>
              <c:pt idx="3787">
                <c:v>-28.183</c:v>
              </c:pt>
              <c:pt idx="3788">
                <c:v>-8.511</c:v>
              </c:pt>
              <c:pt idx="3789">
                <c:v>-19.677</c:v>
              </c:pt>
              <c:pt idx="3790">
                <c:v>-26.481</c:v>
              </c:pt>
              <c:pt idx="3791">
                <c:v>-5.661</c:v>
              </c:pt>
              <c:pt idx="3792">
                <c:v>-15.079</c:v>
              </c:pt>
              <c:pt idx="3793">
                <c:v>-17.133</c:v>
              </c:pt>
              <c:pt idx="3794">
                <c:v>-3.376</c:v>
              </c:pt>
              <c:pt idx="3795">
                <c:v>-12.635</c:v>
              </c:pt>
              <c:pt idx="3796">
                <c:v>-19.934</c:v>
              </c:pt>
              <c:pt idx="3797">
                <c:v>-20.538</c:v>
              </c:pt>
              <c:pt idx="3798">
                <c:v>63.479</c:v>
              </c:pt>
              <c:pt idx="3799">
                <c:v>-2.09</c:v>
              </c:pt>
              <c:pt idx="3800">
                <c:v>-22.504</c:v>
              </c:pt>
              <c:pt idx="3801">
                <c:v>43.221</c:v>
              </c:pt>
              <c:pt idx="3802">
                <c:v>-30.213</c:v>
              </c:pt>
              <c:pt idx="3803">
                <c:v>-6.293</c:v>
              </c:pt>
              <c:pt idx="3804">
                <c:v>-16.197</c:v>
              </c:pt>
              <c:pt idx="3805">
                <c:v>-9.811</c:v>
              </c:pt>
              <c:pt idx="3806">
                <c:v>-15.016</c:v>
              </c:pt>
              <c:pt idx="3807">
                <c:v>-25.438</c:v>
              </c:pt>
              <c:pt idx="3808">
                <c:v>-19.794</c:v>
              </c:pt>
              <c:pt idx="3809">
                <c:v>-11.319</c:v>
              </c:pt>
              <c:pt idx="3810">
                <c:v>-24.91</c:v>
              </c:pt>
              <c:pt idx="3811">
                <c:v>36.765</c:v>
              </c:pt>
              <c:pt idx="3812">
                <c:v>41.508</c:v>
              </c:pt>
              <c:pt idx="3813">
                <c:v>20.821</c:v>
              </c:pt>
              <c:pt idx="3814">
                <c:v>21.136</c:v>
              </c:pt>
              <c:pt idx="3815">
                <c:v>-9.404</c:v>
              </c:pt>
              <c:pt idx="3816">
                <c:v>44.867</c:v>
              </c:pt>
              <c:pt idx="3817">
                <c:v>34.872</c:v>
              </c:pt>
              <c:pt idx="3818">
                <c:v>36.135</c:v>
              </c:pt>
              <c:pt idx="3819">
                <c:v>29.889</c:v>
              </c:pt>
              <c:pt idx="3820">
                <c:v>28.949</c:v>
              </c:pt>
              <c:pt idx="3821">
                <c:v>46.4</c:v>
              </c:pt>
              <c:pt idx="3822">
                <c:v>38.563</c:v>
              </c:pt>
              <c:pt idx="3823">
                <c:v>50.176</c:v>
              </c:pt>
              <c:pt idx="3824">
                <c:v>38.369</c:v>
              </c:pt>
              <c:pt idx="3825">
                <c:v>35.809</c:v>
              </c:pt>
              <c:pt idx="3826">
                <c:v>39.402</c:v>
              </c:pt>
              <c:pt idx="3827">
                <c:v>40.801</c:v>
              </c:pt>
              <c:pt idx="3828">
                <c:v>26.368</c:v>
              </c:pt>
              <c:pt idx="3829">
                <c:v>30.446</c:v>
              </c:pt>
              <c:pt idx="3830">
                <c:v>21.381</c:v>
              </c:pt>
              <c:pt idx="3831">
                <c:v>33.496</c:v>
              </c:pt>
              <c:pt idx="3832">
                <c:v>104.3</c:v>
              </c:pt>
              <c:pt idx="3833">
                <c:v>-43.744</c:v>
              </c:pt>
              <c:pt idx="3834">
                <c:v>43.962</c:v>
              </c:pt>
              <c:pt idx="3835">
                <c:v>21.959</c:v>
              </c:pt>
              <c:pt idx="3836">
                <c:v>29.74</c:v>
              </c:pt>
              <c:pt idx="3837">
                <c:v>23.24</c:v>
              </c:pt>
              <c:pt idx="3838">
                <c:v>42.26</c:v>
              </c:pt>
              <c:pt idx="3839">
                <c:v>21.527</c:v>
              </c:pt>
              <c:pt idx="3840">
                <c:v>32.837</c:v>
              </c:pt>
              <c:pt idx="3841">
                <c:v>26.482</c:v>
              </c:pt>
              <c:pt idx="3842">
                <c:v>-47.729</c:v>
              </c:pt>
              <c:pt idx="3843">
                <c:v>-41.675</c:v>
              </c:pt>
              <c:pt idx="3844">
                <c:v>-47.79</c:v>
              </c:pt>
              <c:pt idx="3845">
                <c:v>-48.455</c:v>
              </c:pt>
              <c:pt idx="3846">
                <c:v>-50.346</c:v>
              </c:pt>
              <c:pt idx="3847">
                <c:v>-51.522</c:v>
              </c:pt>
              <c:pt idx="3848">
                <c:v>-52.341</c:v>
              </c:pt>
              <c:pt idx="3849">
                <c:v>-37.904</c:v>
              </c:pt>
              <c:pt idx="3850">
                <c:v>-48.604</c:v>
              </c:pt>
              <c:pt idx="3851">
                <c:v>-49.583</c:v>
              </c:pt>
              <c:pt idx="3852">
                <c:v>-52.788</c:v>
              </c:pt>
              <c:pt idx="3853">
                <c:v>-54.523</c:v>
              </c:pt>
              <c:pt idx="3854">
                <c:v>-49.57</c:v>
              </c:pt>
              <c:pt idx="3855">
                <c:v>-56.047</c:v>
              </c:pt>
              <c:pt idx="3856">
                <c:v>-55.355</c:v>
              </c:pt>
              <c:pt idx="3857">
                <c:v>-53.755</c:v>
              </c:pt>
              <c:pt idx="3858">
                <c:v>-47.247</c:v>
              </c:pt>
              <c:pt idx="3859">
                <c:v>-54.87</c:v>
              </c:pt>
              <c:pt idx="3860">
                <c:v>-51.896</c:v>
              </c:pt>
              <c:pt idx="3861">
                <c:v>-53.245</c:v>
              </c:pt>
              <c:pt idx="3862">
                <c:v>-50.18</c:v>
              </c:pt>
              <c:pt idx="3863">
                <c:v>-51.836</c:v>
              </c:pt>
              <c:pt idx="3864">
                <c:v>-37.114</c:v>
              </c:pt>
              <c:pt idx="3865">
                <c:v>-37.933</c:v>
              </c:pt>
              <c:pt idx="3866">
                <c:v>-6.016</c:v>
              </c:pt>
              <c:pt idx="3867">
                <c:v>-47.726</c:v>
              </c:pt>
              <c:pt idx="3868">
                <c:v>-54.402</c:v>
              </c:pt>
              <c:pt idx="3869">
                <c:v>-49.189</c:v>
              </c:pt>
              <c:pt idx="3870">
                <c:v>-35.368</c:v>
              </c:pt>
              <c:pt idx="3871">
                <c:v>-47.487</c:v>
              </c:pt>
              <c:pt idx="3872">
                <c:v>-52.22</c:v>
              </c:pt>
              <c:pt idx="3873">
                <c:v>-49.723</c:v>
              </c:pt>
              <c:pt idx="3874">
                <c:v>-42.037</c:v>
              </c:pt>
              <c:pt idx="3875">
                <c:v>-47.888</c:v>
              </c:pt>
              <c:pt idx="3876">
                <c:v>-54.33</c:v>
              </c:pt>
              <c:pt idx="3877">
                <c:v>-46.751</c:v>
              </c:pt>
              <c:pt idx="3878">
                <c:v>-56.581</c:v>
              </c:pt>
              <c:pt idx="3879">
                <c:v>-48.134</c:v>
              </c:pt>
              <c:pt idx="3880">
                <c:v>-57.426</c:v>
              </c:pt>
              <c:pt idx="3881">
                <c:v>-34.848</c:v>
              </c:pt>
              <c:pt idx="3882">
                <c:v>-39.113</c:v>
              </c:pt>
              <c:pt idx="3883">
                <c:v>-51.087</c:v>
              </c:pt>
              <c:pt idx="3884">
                <c:v>-35.226</c:v>
              </c:pt>
              <c:pt idx="3885">
                <c:v>-49.13</c:v>
              </c:pt>
              <c:pt idx="3886">
                <c:v>34.67</c:v>
              </c:pt>
              <c:pt idx="3887">
                <c:v>-56.899</c:v>
              </c:pt>
              <c:pt idx="3888">
                <c:v>-51.243</c:v>
              </c:pt>
              <c:pt idx="3889">
                <c:v>-53.314</c:v>
              </c:pt>
              <c:pt idx="3890">
                <c:v>-57.833</c:v>
              </c:pt>
              <c:pt idx="3891">
                <c:v>-54.206</c:v>
              </c:pt>
              <c:pt idx="3892">
                <c:v>-40.204</c:v>
              </c:pt>
              <c:pt idx="3893">
                <c:v>-48.55</c:v>
              </c:pt>
              <c:pt idx="3894">
                <c:v>-46.33</c:v>
              </c:pt>
              <c:pt idx="3895">
                <c:v>-34.799</c:v>
              </c:pt>
              <c:pt idx="3896">
                <c:v>94.198</c:v>
              </c:pt>
              <c:pt idx="3897">
                <c:v>-57.522</c:v>
              </c:pt>
              <c:pt idx="3898">
                <c:v>-36.648</c:v>
              </c:pt>
              <c:pt idx="3899">
                <c:v>-54.433</c:v>
              </c:pt>
              <c:pt idx="3900">
                <c:v>-53.357</c:v>
              </c:pt>
              <c:pt idx="3901">
                <c:v>-41.908</c:v>
              </c:pt>
              <c:pt idx="3902">
                <c:v>-58.578</c:v>
              </c:pt>
              <c:pt idx="3903">
                <c:v>-52.995</c:v>
              </c:pt>
              <c:pt idx="3904">
                <c:v>-45.017</c:v>
              </c:pt>
              <c:pt idx="3905">
                <c:v>-51.383</c:v>
              </c:pt>
              <c:pt idx="3906">
                <c:v>-55.008</c:v>
              </c:pt>
              <c:pt idx="3907">
                <c:v>-44.462</c:v>
              </c:pt>
              <c:pt idx="3908">
                <c:v>-53.746</c:v>
              </c:pt>
              <c:pt idx="3909">
                <c:v>-45.103</c:v>
              </c:pt>
              <c:pt idx="3910">
                <c:v>-38.055</c:v>
              </c:pt>
              <c:pt idx="3911">
                <c:v>-54.422</c:v>
              </c:pt>
              <c:pt idx="3912">
                <c:v>-53.185</c:v>
              </c:pt>
              <c:pt idx="3913">
                <c:v>-54.855</c:v>
              </c:pt>
              <c:pt idx="3914">
                <c:v>-57.643</c:v>
              </c:pt>
              <c:pt idx="3915">
                <c:v>-56.041</c:v>
              </c:pt>
              <c:pt idx="3916">
                <c:v>-58.104</c:v>
              </c:pt>
              <c:pt idx="3917">
                <c:v>-43.059</c:v>
              </c:pt>
              <c:pt idx="3918">
                <c:v>-49.67</c:v>
              </c:pt>
              <c:pt idx="3919">
                <c:v>-52.855</c:v>
              </c:pt>
              <c:pt idx="3920">
                <c:v>-53.283</c:v>
              </c:pt>
              <c:pt idx="3921">
                <c:v>-50.333</c:v>
              </c:pt>
              <c:pt idx="3922">
                <c:v>-37.474</c:v>
              </c:pt>
              <c:pt idx="3923">
                <c:v>51.683</c:v>
              </c:pt>
              <c:pt idx="3924">
                <c:v>41.66</c:v>
              </c:pt>
              <c:pt idx="3925">
                <c:v>51.911</c:v>
              </c:pt>
              <c:pt idx="3926">
                <c:v>42.058</c:v>
              </c:pt>
              <c:pt idx="3927">
                <c:v>-31.358</c:v>
              </c:pt>
              <c:pt idx="3928">
                <c:v>43.886</c:v>
              </c:pt>
              <c:pt idx="3929">
                <c:v>54.449</c:v>
              </c:pt>
              <c:pt idx="3930">
                <c:v>46.782</c:v>
              </c:pt>
              <c:pt idx="3931">
                <c:v>49.717</c:v>
              </c:pt>
              <c:pt idx="3932">
                <c:v>55.555</c:v>
              </c:pt>
              <c:pt idx="3933">
                <c:v>44.809</c:v>
              </c:pt>
              <c:pt idx="3934">
                <c:v>53.697</c:v>
              </c:pt>
              <c:pt idx="3935">
                <c:v>41.345</c:v>
              </c:pt>
              <c:pt idx="3936">
                <c:v>50.904</c:v>
              </c:pt>
              <c:pt idx="3937">
                <c:v>-33.745</c:v>
              </c:pt>
              <c:pt idx="3938">
                <c:v>-36.853</c:v>
              </c:pt>
              <c:pt idx="3939">
                <c:v>-31.439</c:v>
              </c:pt>
              <c:pt idx="3940">
                <c:v>-33.531</c:v>
              </c:pt>
              <c:pt idx="3941">
                <c:v>-27.411</c:v>
              </c:pt>
              <c:pt idx="3942">
                <c:v>-15.063</c:v>
              </c:pt>
              <c:pt idx="3943">
                <c:v>-18.416</c:v>
              </c:pt>
              <c:pt idx="3944">
                <c:v>-19.859</c:v>
              </c:pt>
              <c:pt idx="3945">
                <c:v>-30.478</c:v>
              </c:pt>
              <c:pt idx="3946">
                <c:v>-31.699</c:v>
              </c:pt>
              <c:pt idx="3947">
                <c:v>-29.178</c:v>
              </c:pt>
              <c:pt idx="3948">
                <c:v>-28.122</c:v>
              </c:pt>
              <c:pt idx="3949">
                <c:v>-20.62</c:v>
              </c:pt>
              <c:pt idx="3950">
                <c:v>-26.035</c:v>
              </c:pt>
              <c:pt idx="3951">
                <c:v>-19.634</c:v>
              </c:pt>
              <c:pt idx="3952">
                <c:v>-31.1</c:v>
              </c:pt>
              <c:pt idx="3953">
                <c:v>-16.661</c:v>
              </c:pt>
              <c:pt idx="3954">
                <c:v>-31.351</c:v>
              </c:pt>
              <c:pt idx="3955">
                <c:v>-28.679</c:v>
              </c:pt>
              <c:pt idx="3956">
                <c:v>-26.24</c:v>
              </c:pt>
              <c:pt idx="3957">
                <c:v>112.287</c:v>
              </c:pt>
              <c:pt idx="3958">
                <c:v>-15.79</c:v>
              </c:pt>
              <c:pt idx="3959">
                <c:v>-18.495</c:v>
              </c:pt>
              <c:pt idx="3960">
                <c:v>-26.094</c:v>
              </c:pt>
              <c:pt idx="3961">
                <c:v>-28.255</c:v>
              </c:pt>
              <c:pt idx="3962">
                <c:v>-27.099</c:v>
              </c:pt>
              <c:pt idx="3963">
                <c:v>-19.682</c:v>
              </c:pt>
              <c:pt idx="3964">
                <c:v>-28.705</c:v>
              </c:pt>
              <c:pt idx="3965">
                <c:v>-27.428</c:v>
              </c:pt>
              <c:pt idx="3966">
                <c:v>-34.72</c:v>
              </c:pt>
              <c:pt idx="3967">
                <c:v>-19.936</c:v>
              </c:pt>
              <c:pt idx="3968">
                <c:v>-30.58</c:v>
              </c:pt>
              <c:pt idx="3969">
                <c:v>-31.482</c:v>
              </c:pt>
              <c:pt idx="3970">
                <c:v>-25.656</c:v>
              </c:pt>
              <c:pt idx="3971">
                <c:v>-36.368</c:v>
              </c:pt>
              <c:pt idx="3972">
                <c:v>-26.968</c:v>
              </c:pt>
              <c:pt idx="3973">
                <c:v>-31.217</c:v>
              </c:pt>
              <c:pt idx="3974">
                <c:v>-31.035</c:v>
              </c:pt>
              <c:pt idx="3975">
                <c:v>-25.018</c:v>
              </c:pt>
              <c:pt idx="3976">
                <c:v>-26.16</c:v>
              </c:pt>
              <c:pt idx="3977">
                <c:v>-24.579</c:v>
              </c:pt>
              <c:pt idx="3978">
                <c:v>-29.162</c:v>
              </c:pt>
              <c:pt idx="3979">
                <c:v>-23.933</c:v>
              </c:pt>
              <c:pt idx="3980">
                <c:v>-15.289</c:v>
              </c:pt>
              <c:pt idx="3981">
                <c:v>-25.092</c:v>
              </c:pt>
              <c:pt idx="3982">
                <c:v>-0.755</c:v>
              </c:pt>
              <c:pt idx="3983">
                <c:v>17.278</c:v>
              </c:pt>
              <c:pt idx="3984">
                <c:v>1.621</c:v>
              </c:pt>
              <c:pt idx="3985">
                <c:v>13</c:v>
              </c:pt>
              <c:pt idx="3986">
                <c:v>9.096</c:v>
              </c:pt>
              <c:pt idx="3987">
                <c:v>3.157</c:v>
              </c:pt>
              <c:pt idx="3988">
                <c:v>4.886</c:v>
              </c:pt>
              <c:pt idx="3989">
                <c:v>5.803</c:v>
              </c:pt>
              <c:pt idx="3990">
                <c:v>15.333</c:v>
              </c:pt>
              <c:pt idx="3991">
                <c:v>4.48</c:v>
              </c:pt>
              <c:pt idx="3992">
                <c:v>0.499</c:v>
              </c:pt>
              <c:pt idx="3993">
                <c:v>-0.359</c:v>
              </c:pt>
              <c:pt idx="3994">
                <c:v>4.697</c:v>
              </c:pt>
              <c:pt idx="3995">
                <c:v>15.572</c:v>
              </c:pt>
              <c:pt idx="3996">
                <c:v>-2.738</c:v>
              </c:pt>
              <c:pt idx="3997">
                <c:v>-2.528</c:v>
              </c:pt>
              <c:pt idx="3998">
                <c:v>2.976</c:v>
              </c:pt>
              <c:pt idx="3999">
                <c:v>-2.693</c:v>
              </c:pt>
              <c:pt idx="4000">
                <c:v>1.588</c:v>
              </c:pt>
              <c:pt idx="4001">
                <c:v>6.101</c:v>
              </c:pt>
              <c:pt idx="4002">
                <c:v>16.535</c:v>
              </c:pt>
              <c:pt idx="4003">
                <c:v>8.805</c:v>
              </c:pt>
              <c:pt idx="4004">
                <c:v>17.244</c:v>
              </c:pt>
              <c:pt idx="4005">
                <c:v>10.054</c:v>
              </c:pt>
              <c:pt idx="4006">
                <c:v>-4.414</c:v>
              </c:pt>
              <c:pt idx="4007">
                <c:v>8.987</c:v>
              </c:pt>
              <c:pt idx="4008">
                <c:v>8.633</c:v>
              </c:pt>
              <c:pt idx="4009">
                <c:v>7.34</c:v>
              </c:pt>
              <c:pt idx="4010">
                <c:v>10.679</c:v>
              </c:pt>
              <c:pt idx="4011">
                <c:v>11.136</c:v>
              </c:pt>
              <c:pt idx="4012">
                <c:v>-43.599</c:v>
              </c:pt>
              <c:pt idx="4013">
                <c:v>9.789</c:v>
              </c:pt>
              <c:pt idx="4014">
                <c:v>4.088</c:v>
              </c:pt>
              <c:pt idx="4015">
                <c:v>-1.134</c:v>
              </c:pt>
              <c:pt idx="4016">
                <c:v>26.543</c:v>
              </c:pt>
              <c:pt idx="4017">
                <c:v>24.037</c:v>
              </c:pt>
              <c:pt idx="4018">
                <c:v>30.443</c:v>
              </c:pt>
              <c:pt idx="4019">
                <c:v>28.443</c:v>
              </c:pt>
              <c:pt idx="4020">
                <c:v>34.61</c:v>
              </c:pt>
              <c:pt idx="4021">
                <c:v>18.233</c:v>
              </c:pt>
              <c:pt idx="4022">
                <c:v>21.723</c:v>
              </c:pt>
              <c:pt idx="4023">
                <c:v>27.572</c:v>
              </c:pt>
              <c:pt idx="4024">
                <c:v>29.924</c:v>
              </c:pt>
              <c:pt idx="4025">
                <c:v>21.059</c:v>
              </c:pt>
              <c:pt idx="4026">
                <c:v>23.447</c:v>
              </c:pt>
              <c:pt idx="4027">
                <c:v>19.28</c:v>
              </c:pt>
              <c:pt idx="4028">
                <c:v>32.923</c:v>
              </c:pt>
              <c:pt idx="4029">
                <c:v>34.895</c:v>
              </c:pt>
              <c:pt idx="4030">
                <c:v>17.902</c:v>
              </c:pt>
              <c:pt idx="4031">
                <c:v>33.909</c:v>
              </c:pt>
              <c:pt idx="4032">
                <c:v>27.792</c:v>
              </c:pt>
              <c:pt idx="4033">
                <c:v>18.931</c:v>
              </c:pt>
              <c:pt idx="4034">
                <c:v>28.538</c:v>
              </c:pt>
              <c:pt idx="4035">
                <c:v>28.495</c:v>
              </c:pt>
              <c:pt idx="4036">
                <c:v>22.401</c:v>
              </c:pt>
              <c:pt idx="4037">
                <c:v>34.269</c:v>
              </c:pt>
              <c:pt idx="4038">
                <c:v>19.385</c:v>
              </c:pt>
              <c:pt idx="4039">
                <c:v>17.692</c:v>
              </c:pt>
              <c:pt idx="4040">
                <c:v>21.492</c:v>
              </c:pt>
              <c:pt idx="4041">
                <c:v>24.017</c:v>
              </c:pt>
              <c:pt idx="4042">
                <c:v>29.549</c:v>
              </c:pt>
              <c:pt idx="4043">
                <c:v>18.46</c:v>
              </c:pt>
              <c:pt idx="4044">
                <c:v>24.077</c:v>
              </c:pt>
              <c:pt idx="4045">
                <c:v>27.015</c:v>
              </c:pt>
              <c:pt idx="4046">
                <c:v>27.768</c:v>
              </c:pt>
              <c:pt idx="4047">
                <c:v>29.278</c:v>
              </c:pt>
              <c:pt idx="4048">
                <c:v>-52.487</c:v>
              </c:pt>
              <c:pt idx="4049">
                <c:v>-74.242</c:v>
              </c:pt>
              <c:pt idx="4050">
                <c:v>-48.574</c:v>
              </c:pt>
              <c:pt idx="4051">
                <c:v>-58.064</c:v>
              </c:pt>
              <c:pt idx="4052">
                <c:v>-51.495</c:v>
              </c:pt>
              <c:pt idx="4053">
                <c:v>-49.924</c:v>
              </c:pt>
              <c:pt idx="4054">
                <c:v>-53.103</c:v>
              </c:pt>
              <c:pt idx="4055">
                <c:v>7.493</c:v>
              </c:pt>
              <c:pt idx="4056">
                <c:v>-73.919</c:v>
              </c:pt>
              <c:pt idx="4057">
                <c:v>-54.606</c:v>
              </c:pt>
              <c:pt idx="4058">
                <c:v>-59.124</c:v>
              </c:pt>
              <c:pt idx="4059">
                <c:v>-65.219</c:v>
              </c:pt>
              <c:pt idx="4060">
                <c:v>-52.803</c:v>
              </c:pt>
              <c:pt idx="4061">
                <c:v>-44.33</c:v>
              </c:pt>
              <c:pt idx="4062">
                <c:v>-71.401</c:v>
              </c:pt>
              <c:pt idx="4063">
                <c:v>-50.532</c:v>
              </c:pt>
              <c:pt idx="4064">
                <c:v>-56.345</c:v>
              </c:pt>
              <c:pt idx="4065">
                <c:v>-76.359</c:v>
              </c:pt>
              <c:pt idx="4066">
                <c:v>106.864</c:v>
              </c:pt>
              <c:pt idx="4067">
                <c:v>-53.529</c:v>
              </c:pt>
              <c:pt idx="4068">
                <c:v>-53.127</c:v>
              </c:pt>
              <c:pt idx="4069">
                <c:v>-49.293</c:v>
              </c:pt>
              <c:pt idx="4070">
                <c:v>-47.817</c:v>
              </c:pt>
              <c:pt idx="4071">
                <c:v>-52.737</c:v>
              </c:pt>
              <c:pt idx="4072">
                <c:v>-71.471</c:v>
              </c:pt>
              <c:pt idx="4073">
                <c:v>-55.494</c:v>
              </c:pt>
              <c:pt idx="4074">
                <c:v>44.426</c:v>
              </c:pt>
              <c:pt idx="4075">
                <c:v>-54.177</c:v>
              </c:pt>
              <c:pt idx="4076">
                <c:v>-68.221</c:v>
              </c:pt>
              <c:pt idx="4077">
                <c:v>-46.845</c:v>
              </c:pt>
              <c:pt idx="4078">
                <c:v>-57.518</c:v>
              </c:pt>
              <c:pt idx="4079">
                <c:v>-69.079</c:v>
              </c:pt>
              <c:pt idx="4080">
                <c:v>-53.846</c:v>
              </c:pt>
              <c:pt idx="4081">
                <c:v>-51.899</c:v>
              </c:pt>
              <c:pt idx="4082">
                <c:v>-54.436</c:v>
              </c:pt>
              <c:pt idx="4083">
                <c:v>-59.736</c:v>
              </c:pt>
              <c:pt idx="4084">
                <c:v>-63.061</c:v>
              </c:pt>
              <c:pt idx="4085">
                <c:v>-61.628</c:v>
              </c:pt>
              <c:pt idx="4086">
                <c:v>-62.243</c:v>
              </c:pt>
              <c:pt idx="4087">
                <c:v>-68.561</c:v>
              </c:pt>
              <c:pt idx="4088">
                <c:v>-55.607</c:v>
              </c:pt>
              <c:pt idx="4089">
                <c:v>-55.335</c:v>
              </c:pt>
              <c:pt idx="4090">
                <c:v>-65.334</c:v>
              </c:pt>
              <c:pt idx="4091">
                <c:v>-63.39</c:v>
              </c:pt>
              <c:pt idx="4092">
                <c:v>-68.611</c:v>
              </c:pt>
              <c:pt idx="4093">
                <c:v>-84.325</c:v>
              </c:pt>
              <c:pt idx="4094">
                <c:v>-78.965</c:v>
              </c:pt>
              <c:pt idx="4095">
                <c:v>-28.162</c:v>
              </c:pt>
              <c:pt idx="4096">
                <c:v>-45.372</c:v>
              </c:pt>
              <c:pt idx="4097">
                <c:v>-52.022</c:v>
              </c:pt>
              <c:pt idx="4098">
                <c:v>-62.125</c:v>
              </c:pt>
              <c:pt idx="4099">
                <c:v>-57.054</c:v>
              </c:pt>
              <c:pt idx="4100">
                <c:v>-46.623</c:v>
              </c:pt>
              <c:pt idx="4101">
                <c:v>-74.788</c:v>
              </c:pt>
              <c:pt idx="4102">
                <c:v>-86.018</c:v>
              </c:pt>
              <c:pt idx="4103">
                <c:v>-43.982</c:v>
              </c:pt>
              <c:pt idx="4104">
                <c:v>-32.495</c:v>
              </c:pt>
              <c:pt idx="4105">
                <c:v>-29.649</c:v>
              </c:pt>
              <c:pt idx="4106">
                <c:v>-41.592</c:v>
              </c:pt>
              <c:pt idx="4107">
                <c:v>-74.443</c:v>
              </c:pt>
              <c:pt idx="4108">
                <c:v>-70.056</c:v>
              </c:pt>
              <c:pt idx="4109">
                <c:v>-82.475</c:v>
              </c:pt>
              <c:pt idx="4110">
                <c:v>-71.866</c:v>
              </c:pt>
              <c:pt idx="4111">
                <c:v>-75.28</c:v>
              </c:pt>
              <c:pt idx="4112">
                <c:v>-86.08</c:v>
              </c:pt>
              <c:pt idx="4113">
                <c:v>-83.883</c:v>
              </c:pt>
              <c:pt idx="4114">
                <c:v>-70.965</c:v>
              </c:pt>
              <c:pt idx="4115">
                <c:v>-74.189</c:v>
              </c:pt>
              <c:pt idx="4116">
                <c:v>-78.801</c:v>
              </c:pt>
              <c:pt idx="4117">
                <c:v>-74.643</c:v>
              </c:pt>
              <c:pt idx="4118">
                <c:v>-34.072</c:v>
              </c:pt>
              <c:pt idx="4119">
                <c:v>-62.819</c:v>
              </c:pt>
              <c:pt idx="4120">
                <c:v>-46.562</c:v>
              </c:pt>
              <c:pt idx="4121">
                <c:v>-40.479</c:v>
              </c:pt>
              <c:pt idx="4122">
                <c:v>-29.062</c:v>
              </c:pt>
              <c:pt idx="4123">
                <c:v>-74.633</c:v>
              </c:pt>
              <c:pt idx="4124">
                <c:v>-83.302</c:v>
              </c:pt>
              <c:pt idx="4125">
                <c:v>-66.014</c:v>
              </c:pt>
              <c:pt idx="4126">
                <c:v>-47.348</c:v>
              </c:pt>
              <c:pt idx="4127">
                <c:v>-37.578</c:v>
              </c:pt>
              <c:pt idx="4128">
                <c:v>-71.727</c:v>
              </c:pt>
              <c:pt idx="4129">
                <c:v>-85.527</c:v>
              </c:pt>
              <c:pt idx="4130">
                <c:v>-84.927</c:v>
              </c:pt>
              <c:pt idx="4131">
                <c:v>-77.494</c:v>
              </c:pt>
              <c:pt idx="4132">
                <c:v>-85.82</c:v>
              </c:pt>
              <c:pt idx="4133">
                <c:v>-73.996</c:v>
              </c:pt>
              <c:pt idx="4134">
                <c:v>-30.475</c:v>
              </c:pt>
              <c:pt idx="4135">
                <c:v>-52.052</c:v>
              </c:pt>
              <c:pt idx="4136">
                <c:v>-76.443</c:v>
              </c:pt>
              <c:pt idx="4137">
                <c:v>-61.066</c:v>
              </c:pt>
              <c:pt idx="4138">
                <c:v>-58.339</c:v>
              </c:pt>
              <c:pt idx="4139">
                <c:v>-84.106</c:v>
              </c:pt>
              <c:pt idx="4140">
                <c:v>-69.647</c:v>
              </c:pt>
              <c:pt idx="4141">
                <c:v>-70.855</c:v>
              </c:pt>
              <c:pt idx="4142">
                <c:v>-50.731</c:v>
              </c:pt>
              <c:pt idx="4143">
                <c:v>-82.519</c:v>
              </c:pt>
              <c:pt idx="4144">
                <c:v>-64.666</c:v>
              </c:pt>
              <c:pt idx="4145">
                <c:v>-84.932</c:v>
              </c:pt>
              <c:pt idx="4146">
                <c:v>-75.809</c:v>
              </c:pt>
              <c:pt idx="4147">
                <c:v>-69.939</c:v>
              </c:pt>
              <c:pt idx="4148">
                <c:v>-61.205</c:v>
              </c:pt>
              <c:pt idx="4149">
                <c:v>-50.822</c:v>
              </c:pt>
              <c:pt idx="4150">
                <c:v>108.091</c:v>
              </c:pt>
              <c:pt idx="4151">
                <c:v>-59.873</c:v>
              </c:pt>
              <c:pt idx="4152">
                <c:v>-40.951</c:v>
              </c:pt>
              <c:pt idx="4153">
                <c:v>-74.223</c:v>
              </c:pt>
              <c:pt idx="4154">
                <c:v>-29.068</c:v>
              </c:pt>
              <c:pt idx="4155">
                <c:v>-63.682</c:v>
              </c:pt>
              <c:pt idx="4156">
                <c:v>-40.022</c:v>
              </c:pt>
              <c:pt idx="4157">
                <c:v>-30.148</c:v>
              </c:pt>
              <c:pt idx="4158">
                <c:v>-81.87</c:v>
              </c:pt>
              <c:pt idx="4159">
                <c:v>-58.397</c:v>
              </c:pt>
              <c:pt idx="4160">
                <c:v>-84.661</c:v>
              </c:pt>
              <c:pt idx="4161">
                <c:v>-42.076</c:v>
              </c:pt>
              <c:pt idx="4162">
                <c:v>-57.692</c:v>
              </c:pt>
              <c:pt idx="4163">
                <c:v>-28.31</c:v>
              </c:pt>
              <c:pt idx="4164">
                <c:v>-48.534</c:v>
              </c:pt>
              <c:pt idx="4165">
                <c:v>-27.421</c:v>
              </c:pt>
              <c:pt idx="4166">
                <c:v>-41.583</c:v>
              </c:pt>
              <c:pt idx="4167">
                <c:v>-37.814</c:v>
              </c:pt>
              <c:pt idx="4168">
                <c:v>-51.622</c:v>
              </c:pt>
              <c:pt idx="4169">
                <c:v>-52.615</c:v>
              </c:pt>
              <c:pt idx="4170">
                <c:v>-68.396</c:v>
              </c:pt>
              <c:pt idx="4171">
                <c:v>-62.982</c:v>
              </c:pt>
              <c:pt idx="4172">
                <c:v>-67.852</c:v>
              </c:pt>
              <c:pt idx="4173">
                <c:v>-54.193</c:v>
              </c:pt>
              <c:pt idx="4174">
                <c:v>-30.47</c:v>
              </c:pt>
              <c:pt idx="4175">
                <c:v>-77.823</c:v>
              </c:pt>
              <c:pt idx="4176">
                <c:v>-47.659</c:v>
              </c:pt>
              <c:pt idx="4177">
                <c:v>-64.525</c:v>
              </c:pt>
              <c:pt idx="4178">
                <c:v>-42.444</c:v>
              </c:pt>
              <c:pt idx="4179">
                <c:v>-41.488</c:v>
              </c:pt>
              <c:pt idx="4180">
                <c:v>-32.548</c:v>
              </c:pt>
              <c:pt idx="4181">
                <c:v>-38.605</c:v>
              </c:pt>
              <c:pt idx="4182">
                <c:v>-44.006</c:v>
              </c:pt>
              <c:pt idx="4183">
                <c:v>-79.124</c:v>
              </c:pt>
              <c:pt idx="4184">
                <c:v>-51.107</c:v>
              </c:pt>
              <c:pt idx="4185">
                <c:v>-35.682</c:v>
              </c:pt>
              <c:pt idx="4186">
                <c:v>-77.364</c:v>
              </c:pt>
              <c:pt idx="4187">
                <c:v>-32.414</c:v>
              </c:pt>
              <c:pt idx="4188">
                <c:v>-56.158</c:v>
              </c:pt>
              <c:pt idx="4189">
                <c:v>-37.405</c:v>
              </c:pt>
              <c:pt idx="4190">
                <c:v>-72.152</c:v>
              </c:pt>
              <c:pt idx="4191">
                <c:v>-79.998</c:v>
              </c:pt>
              <c:pt idx="4192">
                <c:v>104.075</c:v>
              </c:pt>
              <c:pt idx="4193">
                <c:v>-80.333</c:v>
              </c:pt>
              <c:pt idx="4194">
                <c:v>4.493</c:v>
              </c:pt>
              <c:pt idx="4195">
                <c:v>-12.947</c:v>
              </c:pt>
              <c:pt idx="4196">
                <c:v>-11.823</c:v>
              </c:pt>
              <c:pt idx="4197">
                <c:v>0.25</c:v>
              </c:pt>
              <c:pt idx="4198">
                <c:v>10.342</c:v>
              </c:pt>
              <c:pt idx="4199">
                <c:v>0.229</c:v>
              </c:pt>
              <c:pt idx="4200">
                <c:v>-9.422</c:v>
              </c:pt>
              <c:pt idx="4201">
                <c:v>-5.834</c:v>
              </c:pt>
              <c:pt idx="4202">
                <c:v>7.467</c:v>
              </c:pt>
              <c:pt idx="4203">
                <c:v>-11.034</c:v>
              </c:pt>
              <c:pt idx="4204">
                <c:v>1.322</c:v>
              </c:pt>
              <c:pt idx="4205">
                <c:v>-10.367</c:v>
              </c:pt>
              <c:pt idx="4206">
                <c:v>7.695</c:v>
              </c:pt>
              <c:pt idx="4207">
                <c:v>-7.619</c:v>
              </c:pt>
              <c:pt idx="4208">
                <c:v>4.559</c:v>
              </c:pt>
              <c:pt idx="4209">
                <c:v>8.53</c:v>
              </c:pt>
              <c:pt idx="4210">
                <c:v>5.023</c:v>
              </c:pt>
              <c:pt idx="4211">
                <c:v>4.918</c:v>
              </c:pt>
              <c:pt idx="4212">
                <c:v>9.547</c:v>
              </c:pt>
              <c:pt idx="4213">
                <c:v>-1.53</c:v>
              </c:pt>
              <c:pt idx="4214">
                <c:v>-4.117</c:v>
              </c:pt>
              <c:pt idx="4215">
                <c:v>-10.241</c:v>
              </c:pt>
              <c:pt idx="4216">
                <c:v>0.36</c:v>
              </c:pt>
              <c:pt idx="4217">
                <c:v>4.444</c:v>
              </c:pt>
              <c:pt idx="4218">
                <c:v>100.404</c:v>
              </c:pt>
              <c:pt idx="4219">
                <c:v>0.579</c:v>
              </c:pt>
              <c:pt idx="4220">
                <c:v>-6.48</c:v>
              </c:pt>
              <c:pt idx="4221">
                <c:v>-0.149</c:v>
              </c:pt>
              <c:pt idx="4222">
                <c:v>-2.137</c:v>
              </c:pt>
              <c:pt idx="4223">
                <c:v>-7.411</c:v>
              </c:pt>
              <c:pt idx="4224">
                <c:v>109.577</c:v>
              </c:pt>
              <c:pt idx="4225">
                <c:v>-24.341</c:v>
              </c:pt>
              <c:pt idx="4226">
                <c:v>-18.758</c:v>
              </c:pt>
              <c:pt idx="4227">
                <c:v>-3.621</c:v>
              </c:pt>
              <c:pt idx="4228">
                <c:v>-5.247</c:v>
              </c:pt>
              <c:pt idx="4229">
                <c:v>-23.175</c:v>
              </c:pt>
              <c:pt idx="4230">
                <c:v>-7.246</c:v>
              </c:pt>
              <c:pt idx="4231">
                <c:v>-25.21</c:v>
              </c:pt>
              <c:pt idx="4232">
                <c:v>-19.609</c:v>
              </c:pt>
              <c:pt idx="4233">
                <c:v>-18.851</c:v>
              </c:pt>
              <c:pt idx="4234">
                <c:v>-18.204</c:v>
              </c:pt>
              <c:pt idx="4235">
                <c:v>-10.064</c:v>
              </c:pt>
              <c:pt idx="4236">
                <c:v>-25.434</c:v>
              </c:pt>
              <c:pt idx="4237">
                <c:v>-16.457</c:v>
              </c:pt>
              <c:pt idx="4238">
                <c:v>-15.727</c:v>
              </c:pt>
              <c:pt idx="4239">
                <c:v>-22.787</c:v>
              </c:pt>
              <c:pt idx="4240">
                <c:v>-6.154</c:v>
              </c:pt>
              <c:pt idx="4241">
                <c:v>-0.618</c:v>
              </c:pt>
              <c:pt idx="4242">
                <c:v>-23.594</c:v>
              </c:pt>
              <c:pt idx="4243">
                <c:v>-5.778</c:v>
              </c:pt>
              <c:pt idx="4244">
                <c:v>-24.788</c:v>
              </c:pt>
              <c:pt idx="4245">
                <c:v>-6.32</c:v>
              </c:pt>
              <c:pt idx="4246">
                <c:v>-20.944</c:v>
              </c:pt>
              <c:pt idx="4247">
                <c:v>-14.107</c:v>
              </c:pt>
              <c:pt idx="4248">
                <c:v>-11.322</c:v>
              </c:pt>
              <c:pt idx="4249">
                <c:v>-11.238</c:v>
              </c:pt>
              <c:pt idx="4250">
                <c:v>-4.43</c:v>
              </c:pt>
              <c:pt idx="4251">
                <c:v>-2.265</c:v>
              </c:pt>
              <c:pt idx="4252">
                <c:v>-16.879</c:v>
              </c:pt>
              <c:pt idx="4253">
                <c:v>-11.506</c:v>
              </c:pt>
              <c:pt idx="4254">
                <c:v>-7.91</c:v>
              </c:pt>
              <c:pt idx="4255">
                <c:v>-2.04</c:v>
              </c:pt>
              <c:pt idx="4256">
                <c:v>-16.649</c:v>
              </c:pt>
              <c:pt idx="4257">
                <c:v>-1.18</c:v>
              </c:pt>
              <c:pt idx="4258">
                <c:v>-3.938</c:v>
              </c:pt>
              <c:pt idx="4259">
                <c:v>37.425</c:v>
              </c:pt>
              <c:pt idx="4260">
                <c:v>27.358</c:v>
              </c:pt>
              <c:pt idx="4261">
                <c:v>28.776</c:v>
              </c:pt>
              <c:pt idx="4262">
                <c:v>49.708</c:v>
              </c:pt>
              <c:pt idx="4263">
                <c:v>35.64</c:v>
              </c:pt>
              <c:pt idx="4264">
                <c:v>28.676</c:v>
              </c:pt>
              <c:pt idx="4265">
                <c:v>38.868</c:v>
              </c:pt>
              <c:pt idx="4266">
                <c:v>48.006</c:v>
              </c:pt>
              <c:pt idx="4267">
                <c:v>43.991</c:v>
              </c:pt>
              <c:pt idx="4268">
                <c:v>35.765</c:v>
              </c:pt>
              <c:pt idx="4269">
                <c:v>39.344</c:v>
              </c:pt>
              <c:pt idx="4270">
                <c:v>48.567</c:v>
              </c:pt>
              <c:pt idx="4271">
                <c:v>39.126</c:v>
              </c:pt>
              <c:pt idx="4272">
                <c:v>50.342</c:v>
              </c:pt>
              <c:pt idx="4273">
                <c:v>50.468</c:v>
              </c:pt>
              <c:pt idx="4274">
                <c:v>46.743</c:v>
              </c:pt>
              <c:pt idx="4275">
                <c:v>48.155</c:v>
              </c:pt>
              <c:pt idx="4276">
                <c:v>38.844</c:v>
              </c:pt>
              <c:pt idx="4277">
                <c:v>48.932</c:v>
              </c:pt>
              <c:pt idx="4278">
                <c:v>36.981</c:v>
              </c:pt>
              <c:pt idx="4279">
                <c:v>40.803</c:v>
              </c:pt>
              <c:pt idx="4280">
                <c:v>45.926</c:v>
              </c:pt>
              <c:pt idx="4281">
                <c:v>49.988</c:v>
              </c:pt>
              <c:pt idx="4282">
                <c:v>34.227</c:v>
              </c:pt>
              <c:pt idx="4283">
                <c:v>36.138</c:v>
              </c:pt>
              <c:pt idx="4284">
                <c:v>40.877</c:v>
              </c:pt>
              <c:pt idx="4285">
                <c:v>47.393</c:v>
              </c:pt>
              <c:pt idx="4286">
                <c:v>38.159</c:v>
              </c:pt>
              <c:pt idx="4287">
                <c:v>42.723</c:v>
              </c:pt>
              <c:pt idx="4288">
                <c:v>41.6</c:v>
              </c:pt>
              <c:pt idx="4289">
                <c:v>30.275</c:v>
              </c:pt>
              <c:pt idx="4290">
                <c:v>35.277</c:v>
              </c:pt>
              <c:pt idx="4291">
                <c:v>44.14</c:v>
              </c:pt>
              <c:pt idx="4292">
                <c:v>58.483</c:v>
              </c:pt>
              <c:pt idx="4293">
                <c:v>29.489</c:v>
              </c:pt>
              <c:pt idx="4294">
                <c:v>30.311</c:v>
              </c:pt>
              <c:pt idx="4295">
                <c:v>45.24</c:v>
              </c:pt>
              <c:pt idx="4296">
                <c:v>33.031</c:v>
              </c:pt>
              <c:pt idx="4297">
                <c:v>96.332</c:v>
              </c:pt>
              <c:pt idx="4298">
                <c:v>32.998</c:v>
              </c:pt>
              <c:pt idx="4299">
                <c:v>26.969</c:v>
              </c:pt>
              <c:pt idx="4300">
                <c:v>25.977</c:v>
              </c:pt>
              <c:pt idx="4301">
                <c:v>52.462</c:v>
              </c:pt>
              <c:pt idx="4302">
                <c:v>50.218</c:v>
              </c:pt>
              <c:pt idx="4303">
                <c:v>52.872</c:v>
              </c:pt>
              <c:pt idx="4304">
                <c:v>-213.936</c:v>
              </c:pt>
              <c:pt idx="4305">
                <c:v>36.457</c:v>
              </c:pt>
              <c:pt idx="4306">
                <c:v>38.635</c:v>
              </c:pt>
              <c:pt idx="4307">
                <c:v>58.082</c:v>
              </c:pt>
              <c:pt idx="4308">
                <c:v>32.381</c:v>
              </c:pt>
              <c:pt idx="4309">
                <c:v>27.191</c:v>
              </c:pt>
              <c:pt idx="4310">
                <c:v>23.668</c:v>
              </c:pt>
              <c:pt idx="4311">
                <c:v>30.875</c:v>
              </c:pt>
              <c:pt idx="4312">
                <c:v>53.957</c:v>
              </c:pt>
              <c:pt idx="4313">
                <c:v>43.756</c:v>
              </c:pt>
              <c:pt idx="4314">
                <c:v>30.223</c:v>
              </c:pt>
              <c:pt idx="4315">
                <c:v>32.385</c:v>
              </c:pt>
              <c:pt idx="4316">
                <c:v>56.45</c:v>
              </c:pt>
              <c:pt idx="4317">
                <c:v>55.575</c:v>
              </c:pt>
              <c:pt idx="4318">
                <c:v>42.074</c:v>
              </c:pt>
              <c:pt idx="4319">
                <c:v>36.342</c:v>
              </c:pt>
              <c:pt idx="4320">
                <c:v>48.826</c:v>
              </c:pt>
              <c:pt idx="4321">
                <c:v>44.685</c:v>
              </c:pt>
              <c:pt idx="4322">
                <c:v>57.303</c:v>
              </c:pt>
              <c:pt idx="4323">
                <c:v>57.009</c:v>
              </c:pt>
              <c:pt idx="4324">
                <c:v>62.129</c:v>
              </c:pt>
              <c:pt idx="4325">
                <c:v>44.23</c:v>
              </c:pt>
              <c:pt idx="4326">
                <c:v>42.872</c:v>
              </c:pt>
              <c:pt idx="4327">
                <c:v>30.916</c:v>
              </c:pt>
              <c:pt idx="4328">
                <c:v>52.68</c:v>
              </c:pt>
              <c:pt idx="4329">
                <c:v>39.792</c:v>
              </c:pt>
              <c:pt idx="4330">
                <c:v>31.743</c:v>
              </c:pt>
              <c:pt idx="4331">
                <c:v>45.19</c:v>
              </c:pt>
              <c:pt idx="4332">
                <c:v>30.202</c:v>
              </c:pt>
              <c:pt idx="4333">
                <c:v>-57.607</c:v>
              </c:pt>
              <c:pt idx="4334">
                <c:v>7.055</c:v>
              </c:pt>
              <c:pt idx="4335">
                <c:v>-45.633</c:v>
              </c:pt>
              <c:pt idx="4336">
                <c:v>-1.875</c:v>
              </c:pt>
              <c:pt idx="4337">
                <c:v>-7.566</c:v>
              </c:pt>
              <c:pt idx="4338">
                <c:v>3.683</c:v>
              </c:pt>
              <c:pt idx="4339">
                <c:v>5.497</c:v>
              </c:pt>
              <c:pt idx="4340">
                <c:v>8.719</c:v>
              </c:pt>
              <c:pt idx="4341">
                <c:v>-39.408</c:v>
              </c:pt>
              <c:pt idx="4342">
                <c:v>17.655</c:v>
              </c:pt>
              <c:pt idx="4343">
                <c:v>-4.87</c:v>
              </c:pt>
              <c:pt idx="4344">
                <c:v>-49.225</c:v>
              </c:pt>
              <c:pt idx="4345">
                <c:v>-31.063</c:v>
              </c:pt>
              <c:pt idx="4346">
                <c:v>15.814</c:v>
              </c:pt>
              <c:pt idx="4347">
                <c:v>13.362</c:v>
              </c:pt>
              <c:pt idx="4348">
                <c:v>-48.771</c:v>
              </c:pt>
              <c:pt idx="4349">
                <c:v>-43.204</c:v>
              </c:pt>
              <c:pt idx="4350">
                <c:v>100.114</c:v>
              </c:pt>
              <c:pt idx="4351">
                <c:v>13.594</c:v>
              </c:pt>
              <c:pt idx="4352">
                <c:v>-33.137</c:v>
              </c:pt>
              <c:pt idx="4353">
                <c:v>13.642</c:v>
              </c:pt>
              <c:pt idx="4354">
                <c:v>-31.739</c:v>
              </c:pt>
              <c:pt idx="4355">
                <c:v>-5.451</c:v>
              </c:pt>
              <c:pt idx="4356">
                <c:v>1.363</c:v>
              </c:pt>
              <c:pt idx="4357">
                <c:v>-47.759</c:v>
              </c:pt>
              <c:pt idx="4358">
                <c:v>-38.976</c:v>
              </c:pt>
              <c:pt idx="4359">
                <c:v>-16.267</c:v>
              </c:pt>
              <c:pt idx="4360">
                <c:v>-10.83</c:v>
              </c:pt>
              <c:pt idx="4361">
                <c:v>-44.56</c:v>
              </c:pt>
              <c:pt idx="4362">
                <c:v>19.094</c:v>
              </c:pt>
              <c:pt idx="4363">
                <c:v>-18.396</c:v>
              </c:pt>
              <c:pt idx="4364">
                <c:v>23.567</c:v>
              </c:pt>
              <c:pt idx="4365">
                <c:v>-37.698</c:v>
              </c:pt>
              <c:pt idx="4366">
                <c:v>-10.797</c:v>
              </c:pt>
              <c:pt idx="4367">
                <c:v>-50.142</c:v>
              </c:pt>
              <c:pt idx="4368">
                <c:v>-48.23</c:v>
              </c:pt>
              <c:pt idx="4369">
                <c:v>-33.994</c:v>
              </c:pt>
              <c:pt idx="4370">
                <c:v>-36.829</c:v>
              </c:pt>
              <c:pt idx="4371">
                <c:v>15.106</c:v>
              </c:pt>
              <c:pt idx="4372">
                <c:v>17.05</c:v>
              </c:pt>
              <c:pt idx="4373">
                <c:v>-43.655</c:v>
              </c:pt>
              <c:pt idx="4374">
                <c:v>-22.202</c:v>
              </c:pt>
              <c:pt idx="4375">
                <c:v>-30.515</c:v>
              </c:pt>
              <c:pt idx="4376">
                <c:v>26.112</c:v>
              </c:pt>
              <c:pt idx="4377">
                <c:v>26.406</c:v>
              </c:pt>
              <c:pt idx="4378">
                <c:v>8.634</c:v>
              </c:pt>
              <c:pt idx="4379">
                <c:v>-8.713</c:v>
              </c:pt>
              <c:pt idx="4380">
                <c:v>-37.721</c:v>
              </c:pt>
              <c:pt idx="4381">
                <c:v>18.946</c:v>
              </c:pt>
              <c:pt idx="4382">
                <c:v>1.245</c:v>
              </c:pt>
              <c:pt idx="4383">
                <c:v>-50.948</c:v>
              </c:pt>
              <c:pt idx="4384">
                <c:v>-48.998</c:v>
              </c:pt>
              <c:pt idx="4385">
                <c:v>6.552</c:v>
              </c:pt>
              <c:pt idx="4386">
                <c:v>-40.126</c:v>
              </c:pt>
              <c:pt idx="4387">
                <c:v>20.272</c:v>
              </c:pt>
              <c:pt idx="4388">
                <c:v>16.86</c:v>
              </c:pt>
              <c:pt idx="4389">
                <c:v>-5.719</c:v>
              </c:pt>
              <c:pt idx="4390">
                <c:v>13.264</c:v>
              </c:pt>
              <c:pt idx="4391">
                <c:v>-12.997</c:v>
              </c:pt>
              <c:pt idx="4392">
                <c:v>10.067</c:v>
              </c:pt>
              <c:pt idx="4393">
                <c:v>25.202</c:v>
              </c:pt>
              <c:pt idx="4394">
                <c:v>16.867</c:v>
              </c:pt>
              <c:pt idx="4395">
                <c:v>-50.33</c:v>
              </c:pt>
              <c:pt idx="4396">
                <c:v>-40.219</c:v>
              </c:pt>
              <c:pt idx="4397">
                <c:v>-12.024</c:v>
              </c:pt>
              <c:pt idx="4398">
                <c:v>-4.89</c:v>
              </c:pt>
              <c:pt idx="4399">
                <c:v>19.924</c:v>
              </c:pt>
              <c:pt idx="4400">
                <c:v>19.675</c:v>
              </c:pt>
              <c:pt idx="4401">
                <c:v>-3.013</c:v>
              </c:pt>
              <c:pt idx="4402">
                <c:v>4.041</c:v>
              </c:pt>
              <c:pt idx="4403">
                <c:v>-1.938</c:v>
              </c:pt>
              <c:pt idx="4404">
                <c:v>-39.284</c:v>
              </c:pt>
              <c:pt idx="4405">
                <c:v>6.838</c:v>
              </c:pt>
              <c:pt idx="4406">
                <c:v>-16.954</c:v>
              </c:pt>
              <c:pt idx="4407">
                <c:v>-17.176</c:v>
              </c:pt>
              <c:pt idx="4408">
                <c:v>-12.917</c:v>
              </c:pt>
              <c:pt idx="4409">
                <c:v>6.259</c:v>
              </c:pt>
              <c:pt idx="4410">
                <c:v>-25.436</c:v>
              </c:pt>
              <c:pt idx="4411">
                <c:v>-18.432</c:v>
              </c:pt>
              <c:pt idx="4412">
                <c:v>-26.014</c:v>
              </c:pt>
              <c:pt idx="4413">
                <c:v>-30.985</c:v>
              </c:pt>
              <c:pt idx="4414">
                <c:v>-33.655</c:v>
              </c:pt>
              <c:pt idx="4415">
                <c:v>-45.455</c:v>
              </c:pt>
              <c:pt idx="4416">
                <c:v>-11.635</c:v>
              </c:pt>
              <c:pt idx="4417">
                <c:v>7.878</c:v>
              </c:pt>
              <c:pt idx="4418">
                <c:v>2.441</c:v>
              </c:pt>
              <c:pt idx="4419">
                <c:v>6.143</c:v>
              </c:pt>
              <c:pt idx="4420">
                <c:v>-25.904</c:v>
              </c:pt>
              <c:pt idx="4421">
                <c:v>-7.247</c:v>
              </c:pt>
              <c:pt idx="4422">
                <c:v>17.349</c:v>
              </c:pt>
              <c:pt idx="4423">
                <c:v>-30.184</c:v>
              </c:pt>
              <c:pt idx="4424">
                <c:v>-0.102</c:v>
              </c:pt>
              <c:pt idx="4425">
                <c:v>-8.893</c:v>
              </c:pt>
              <c:pt idx="4426">
                <c:v>7.124</c:v>
              </c:pt>
              <c:pt idx="4427">
                <c:v>-11.025</c:v>
              </c:pt>
              <c:pt idx="4428">
                <c:v>-10.733</c:v>
              </c:pt>
              <c:pt idx="4429">
                <c:v>-11.122</c:v>
              </c:pt>
              <c:pt idx="4430">
                <c:v>-2.812</c:v>
              </c:pt>
              <c:pt idx="4431">
                <c:v>-34.877</c:v>
              </c:pt>
              <c:pt idx="4432">
                <c:v>16.072</c:v>
              </c:pt>
              <c:pt idx="4433">
                <c:v>11.979</c:v>
              </c:pt>
              <c:pt idx="4434">
                <c:v>15.519</c:v>
              </c:pt>
              <c:pt idx="4435">
                <c:v>15.991</c:v>
              </c:pt>
              <c:pt idx="4436">
                <c:v>11.973</c:v>
              </c:pt>
              <c:pt idx="4437">
                <c:v>100.293</c:v>
              </c:pt>
              <c:pt idx="4438">
                <c:v>13.76</c:v>
              </c:pt>
              <c:pt idx="4439">
                <c:v>-37.977</c:v>
              </c:pt>
              <c:pt idx="4440">
                <c:v>-15.128</c:v>
              </c:pt>
              <c:pt idx="4441">
                <c:v>-24.857</c:v>
              </c:pt>
              <c:pt idx="4442">
                <c:v>-11.928</c:v>
              </c:pt>
              <c:pt idx="4443">
                <c:v>15.299</c:v>
              </c:pt>
              <c:pt idx="4444">
                <c:v>-23.749</c:v>
              </c:pt>
              <c:pt idx="4445">
                <c:v>-32.796</c:v>
              </c:pt>
              <c:pt idx="4446">
                <c:v>-27.156</c:v>
              </c:pt>
              <c:pt idx="4447">
                <c:v>9.362</c:v>
              </c:pt>
              <c:pt idx="4448">
                <c:v>-6.375</c:v>
              </c:pt>
              <c:pt idx="4449">
                <c:v>40.484</c:v>
              </c:pt>
              <c:pt idx="4450">
                <c:v>-24.018</c:v>
              </c:pt>
              <c:pt idx="4451">
                <c:v>-29.744</c:v>
              </c:pt>
              <c:pt idx="4452">
                <c:v>-13.676</c:v>
              </c:pt>
              <c:pt idx="4453">
                <c:v>-27.241</c:v>
              </c:pt>
              <c:pt idx="4454">
                <c:v>14.452</c:v>
              </c:pt>
              <c:pt idx="4455">
                <c:v>-17.464</c:v>
              </c:pt>
              <c:pt idx="4456">
                <c:v>7.988</c:v>
              </c:pt>
              <c:pt idx="4457">
                <c:v>-13.012</c:v>
              </c:pt>
              <c:pt idx="4458">
                <c:v>-39.156</c:v>
              </c:pt>
              <c:pt idx="4459">
                <c:v>-22.676</c:v>
              </c:pt>
              <c:pt idx="4460">
                <c:v>3.83</c:v>
              </c:pt>
              <c:pt idx="4461">
                <c:v>-22.463</c:v>
              </c:pt>
              <c:pt idx="4462">
                <c:v>-0.182</c:v>
              </c:pt>
              <c:pt idx="4463">
                <c:v>4.456</c:v>
              </c:pt>
              <c:pt idx="4464">
                <c:v>-25.587</c:v>
              </c:pt>
              <c:pt idx="4465">
                <c:v>-29.831</c:v>
              </c:pt>
              <c:pt idx="4466">
                <c:v>11.061</c:v>
              </c:pt>
              <c:pt idx="4467">
                <c:v>-44.391</c:v>
              </c:pt>
              <c:pt idx="4468">
                <c:v>-27.675</c:v>
              </c:pt>
              <c:pt idx="4469">
                <c:v>41.677</c:v>
              </c:pt>
              <c:pt idx="4470">
                <c:v>42.478</c:v>
              </c:pt>
              <c:pt idx="4471">
                <c:v>22.531</c:v>
              </c:pt>
              <c:pt idx="4472">
                <c:v>22.741</c:v>
              </c:pt>
              <c:pt idx="4473">
                <c:v>42.466</c:v>
              </c:pt>
              <c:pt idx="4474">
                <c:v>37.218</c:v>
              </c:pt>
              <c:pt idx="4475">
                <c:v>28.202</c:v>
              </c:pt>
              <c:pt idx="4476">
                <c:v>21.896</c:v>
              </c:pt>
              <c:pt idx="4477">
                <c:v>17.807</c:v>
              </c:pt>
              <c:pt idx="4478">
                <c:v>43.722</c:v>
              </c:pt>
              <c:pt idx="4479">
                <c:v>42.34</c:v>
              </c:pt>
              <c:pt idx="4480">
                <c:v>34.065</c:v>
              </c:pt>
              <c:pt idx="4481">
                <c:v>40.581</c:v>
              </c:pt>
              <c:pt idx="4482">
                <c:v>36.56</c:v>
              </c:pt>
              <c:pt idx="4483">
                <c:v>41.123</c:v>
              </c:pt>
              <c:pt idx="4484">
                <c:v>36.661</c:v>
              </c:pt>
              <c:pt idx="4485">
                <c:v>17.496</c:v>
              </c:pt>
              <c:pt idx="4486">
                <c:v>20.327</c:v>
              </c:pt>
              <c:pt idx="4487">
                <c:v>29.311</c:v>
              </c:pt>
              <c:pt idx="4488">
                <c:v>18.489</c:v>
              </c:pt>
              <c:pt idx="4489">
                <c:v>29.406</c:v>
              </c:pt>
              <c:pt idx="4490">
                <c:v>27.732</c:v>
              </c:pt>
              <c:pt idx="4491">
                <c:v>35.971</c:v>
              </c:pt>
              <c:pt idx="4492">
                <c:v>19.384</c:v>
              </c:pt>
              <c:pt idx="4493">
                <c:v>29.571</c:v>
              </c:pt>
              <c:pt idx="4494">
                <c:v>17.749</c:v>
              </c:pt>
              <c:pt idx="4495">
                <c:v>29.77</c:v>
              </c:pt>
              <c:pt idx="4496">
                <c:v>29.199</c:v>
              </c:pt>
              <c:pt idx="4497">
                <c:v>28.289</c:v>
              </c:pt>
              <c:pt idx="4498">
                <c:v>20.616</c:v>
              </c:pt>
              <c:pt idx="4499">
                <c:v>33.373</c:v>
              </c:pt>
              <c:pt idx="4500">
                <c:v>36.698</c:v>
              </c:pt>
              <c:pt idx="4501">
                <c:v>28.284</c:v>
              </c:pt>
              <c:pt idx="4502">
                <c:v>40.038</c:v>
              </c:pt>
              <c:pt idx="4503">
                <c:v>27.916</c:v>
              </c:pt>
              <c:pt idx="4504">
                <c:v>28.268</c:v>
              </c:pt>
              <c:pt idx="4505">
                <c:v>27.6</c:v>
              </c:pt>
              <c:pt idx="4506">
                <c:v>39.783</c:v>
              </c:pt>
              <c:pt idx="4507">
                <c:v>29.276</c:v>
              </c:pt>
              <c:pt idx="4508">
                <c:v>42.652</c:v>
              </c:pt>
              <c:pt idx="4509">
                <c:v>20.188</c:v>
              </c:pt>
              <c:pt idx="4510">
                <c:v>35.165</c:v>
              </c:pt>
              <c:pt idx="4511">
                <c:v>30.831</c:v>
              </c:pt>
              <c:pt idx="4512">
                <c:v>19.812</c:v>
              </c:pt>
              <c:pt idx="4513">
                <c:v>21.424</c:v>
              </c:pt>
              <c:pt idx="4514">
                <c:v>66.401</c:v>
              </c:pt>
              <c:pt idx="4515">
                <c:v>44.26</c:v>
              </c:pt>
              <c:pt idx="4516">
                <c:v>36.302</c:v>
              </c:pt>
              <c:pt idx="4517">
                <c:v>48.629</c:v>
              </c:pt>
              <c:pt idx="4518">
                <c:v>67.683</c:v>
              </c:pt>
              <c:pt idx="4519">
                <c:v>60.679</c:v>
              </c:pt>
              <c:pt idx="4520">
                <c:v>64.909</c:v>
              </c:pt>
              <c:pt idx="4521">
                <c:v>64.749</c:v>
              </c:pt>
              <c:pt idx="4522">
                <c:v>64.817</c:v>
              </c:pt>
              <c:pt idx="4523">
                <c:v>62.962</c:v>
              </c:pt>
              <c:pt idx="4524">
                <c:v>64.143</c:v>
              </c:pt>
              <c:pt idx="4525">
                <c:v>37.224</c:v>
              </c:pt>
              <c:pt idx="4526">
                <c:v>47.179</c:v>
              </c:pt>
              <c:pt idx="4527">
                <c:v>62.956</c:v>
              </c:pt>
              <c:pt idx="4528">
                <c:v>43.066</c:v>
              </c:pt>
              <c:pt idx="4529">
                <c:v>64.032</c:v>
              </c:pt>
              <c:pt idx="4530">
                <c:v>66.548</c:v>
              </c:pt>
              <c:pt idx="4531">
                <c:v>67.547</c:v>
              </c:pt>
              <c:pt idx="4532">
                <c:v>68.048</c:v>
              </c:pt>
              <c:pt idx="4533">
                <c:v>58.083</c:v>
              </c:pt>
              <c:pt idx="4534">
                <c:v>67.419</c:v>
              </c:pt>
              <c:pt idx="4535">
                <c:v>47.934</c:v>
              </c:pt>
              <c:pt idx="4536">
                <c:v>64.064</c:v>
              </c:pt>
              <c:pt idx="4537">
                <c:v>64.968</c:v>
              </c:pt>
              <c:pt idx="4538">
                <c:v>68.641</c:v>
              </c:pt>
              <c:pt idx="4539">
                <c:v>64.498</c:v>
              </c:pt>
              <c:pt idx="4540">
                <c:v>68.498</c:v>
              </c:pt>
              <c:pt idx="4541">
                <c:v>46.209</c:v>
              </c:pt>
              <c:pt idx="4542">
                <c:v>51.892</c:v>
              </c:pt>
              <c:pt idx="4543">
                <c:v>62.868</c:v>
              </c:pt>
              <c:pt idx="4544">
                <c:v>43.628</c:v>
              </c:pt>
              <c:pt idx="4545">
                <c:v>67.798</c:v>
              </c:pt>
              <c:pt idx="4546">
                <c:v>58.566</c:v>
              </c:pt>
              <c:pt idx="4547">
                <c:v>64.589</c:v>
              </c:pt>
              <c:pt idx="4548">
                <c:v>39.585</c:v>
              </c:pt>
              <c:pt idx="4549">
                <c:v>42.547</c:v>
              </c:pt>
              <c:pt idx="4550">
                <c:v>62.919</c:v>
              </c:pt>
              <c:pt idx="4551">
                <c:v>59.593</c:v>
              </c:pt>
              <c:pt idx="4552">
                <c:v>36.991</c:v>
              </c:pt>
              <c:pt idx="4553">
                <c:v>43.29</c:v>
              </c:pt>
              <c:pt idx="4554">
                <c:v>52.461</c:v>
              </c:pt>
              <c:pt idx="4555">
                <c:v>54.171</c:v>
              </c:pt>
              <c:pt idx="4556">
                <c:v>63.645</c:v>
              </c:pt>
              <c:pt idx="4557">
                <c:v>40.27</c:v>
              </c:pt>
              <c:pt idx="4558">
                <c:v>61.101</c:v>
              </c:pt>
              <c:pt idx="4559">
                <c:v>62.7</c:v>
              </c:pt>
              <c:pt idx="4560">
                <c:v>42.135</c:v>
              </c:pt>
              <c:pt idx="4561">
                <c:v>38.537</c:v>
              </c:pt>
              <c:pt idx="4562">
                <c:v>-9.528</c:v>
              </c:pt>
              <c:pt idx="4563">
                <c:v>-17.982</c:v>
              </c:pt>
              <c:pt idx="4564">
                <c:v>-31.002</c:v>
              </c:pt>
              <c:pt idx="4565">
                <c:v>-21.233</c:v>
              </c:pt>
              <c:pt idx="4566">
                <c:v>-28.767</c:v>
              </c:pt>
              <c:pt idx="4567">
                <c:v>-9.923</c:v>
              </c:pt>
              <c:pt idx="4568">
                <c:v>-12.423</c:v>
              </c:pt>
              <c:pt idx="4569">
                <c:v>-23.112</c:v>
              </c:pt>
              <c:pt idx="4570">
                <c:v>100.267</c:v>
              </c:pt>
              <c:pt idx="4571">
                <c:v>-32.579</c:v>
              </c:pt>
              <c:pt idx="4572">
                <c:v>-20.216</c:v>
              </c:pt>
              <c:pt idx="4573">
                <c:v>-10.024</c:v>
              </c:pt>
              <c:pt idx="4574">
                <c:v>-11.541</c:v>
              </c:pt>
              <c:pt idx="4575">
                <c:v>-22.232</c:v>
              </c:pt>
              <c:pt idx="4576">
                <c:v>-10.464</c:v>
              </c:pt>
              <c:pt idx="4577">
                <c:v>-11.873</c:v>
              </c:pt>
              <c:pt idx="4578">
                <c:v>-8.956</c:v>
              </c:pt>
              <c:pt idx="4579">
                <c:v>-32.807</c:v>
              </c:pt>
              <c:pt idx="4580">
                <c:v>-24.374</c:v>
              </c:pt>
              <c:pt idx="4581">
                <c:v>-13.248</c:v>
              </c:pt>
              <c:pt idx="4582">
                <c:v>-14.049</c:v>
              </c:pt>
              <c:pt idx="4583">
                <c:v>-31.496</c:v>
              </c:pt>
              <c:pt idx="4584">
                <c:v>-14.386</c:v>
              </c:pt>
              <c:pt idx="4585">
                <c:v>-21.921</c:v>
              </c:pt>
              <c:pt idx="4586">
                <c:v>-15.329</c:v>
              </c:pt>
              <c:pt idx="4587">
                <c:v>-21.966</c:v>
              </c:pt>
              <c:pt idx="4588">
                <c:v>-16.022</c:v>
              </c:pt>
              <c:pt idx="4589">
                <c:v>-26.52</c:v>
              </c:pt>
              <c:pt idx="4590">
                <c:v>-10.161</c:v>
              </c:pt>
              <c:pt idx="4591">
                <c:v>-9.889</c:v>
              </c:pt>
              <c:pt idx="4592">
                <c:v>-21.854</c:v>
              </c:pt>
              <c:pt idx="4593">
                <c:v>-12.337</c:v>
              </c:pt>
              <c:pt idx="4594">
                <c:v>-17.861</c:v>
              </c:pt>
              <c:pt idx="4595">
                <c:v>85.51</c:v>
              </c:pt>
              <c:pt idx="4596">
                <c:v>-20.599</c:v>
              </c:pt>
              <c:pt idx="4597">
                <c:v>-25.272</c:v>
              </c:pt>
              <c:pt idx="4598">
                <c:v>9.566</c:v>
              </c:pt>
              <c:pt idx="4599">
                <c:v>9.242</c:v>
              </c:pt>
              <c:pt idx="4600">
                <c:v>0.565</c:v>
              </c:pt>
              <c:pt idx="4601">
                <c:v>-20.39</c:v>
              </c:pt>
              <c:pt idx="4602">
                <c:v>23.84</c:v>
              </c:pt>
              <c:pt idx="4603">
                <c:v>3.156</c:v>
              </c:pt>
              <c:pt idx="4604">
                <c:v>9.389</c:v>
              </c:pt>
              <c:pt idx="4605">
                <c:v>3.539</c:v>
              </c:pt>
              <c:pt idx="4606">
                <c:v>7.374</c:v>
              </c:pt>
              <c:pt idx="4607">
                <c:v>1.313</c:v>
              </c:pt>
              <c:pt idx="4608">
                <c:v>2.674</c:v>
              </c:pt>
              <c:pt idx="4609">
                <c:v>10.208</c:v>
              </c:pt>
              <c:pt idx="4610">
                <c:v>12.468</c:v>
              </c:pt>
              <c:pt idx="4611">
                <c:v>15.006</c:v>
              </c:pt>
              <c:pt idx="4612">
                <c:v>21.737</c:v>
              </c:pt>
              <c:pt idx="4613">
                <c:v>0.179</c:v>
              </c:pt>
              <c:pt idx="4614">
                <c:v>17.45</c:v>
              </c:pt>
              <c:pt idx="4615">
                <c:v>6.738</c:v>
              </c:pt>
              <c:pt idx="4616">
                <c:v>11.314</c:v>
              </c:pt>
              <c:pt idx="4617">
                <c:v>1.361</c:v>
              </c:pt>
              <c:pt idx="4618">
                <c:v>22.131</c:v>
              </c:pt>
              <c:pt idx="4619">
                <c:v>2.024</c:v>
              </c:pt>
              <c:pt idx="4620">
                <c:v>-0.217</c:v>
              </c:pt>
              <c:pt idx="4621">
                <c:v>-4.032</c:v>
              </c:pt>
              <c:pt idx="4622">
                <c:v>-0.768</c:v>
              </c:pt>
              <c:pt idx="4623">
                <c:v>-44.133</c:v>
              </c:pt>
              <c:pt idx="4624">
                <c:v>-20.121</c:v>
              </c:pt>
              <c:pt idx="4625">
                <c:v>-2.732</c:v>
              </c:pt>
              <c:pt idx="4626">
                <c:v>-20.523</c:v>
              </c:pt>
              <c:pt idx="4627">
                <c:v>-1.601</c:v>
              </c:pt>
              <c:pt idx="4628">
                <c:v>-3.564</c:v>
              </c:pt>
              <c:pt idx="4629">
                <c:v>4.074</c:v>
              </c:pt>
              <c:pt idx="4630">
                <c:v>-8.988</c:v>
              </c:pt>
              <c:pt idx="4631">
                <c:v>0.73</c:v>
              </c:pt>
              <c:pt idx="4632">
                <c:v>-10.964</c:v>
              </c:pt>
              <c:pt idx="4633">
                <c:v>-3.164</c:v>
              </c:pt>
              <c:pt idx="4634">
                <c:v>2.751</c:v>
              </c:pt>
              <c:pt idx="4635">
                <c:v>-4.98</c:v>
              </c:pt>
              <c:pt idx="4636">
                <c:v>-18.21</c:v>
              </c:pt>
              <c:pt idx="4637">
                <c:v>-0.415</c:v>
              </c:pt>
              <c:pt idx="4638">
                <c:v>-20.883</c:v>
              </c:pt>
              <c:pt idx="4639">
                <c:v>8.619</c:v>
              </c:pt>
              <c:pt idx="4640">
                <c:v>-8.626</c:v>
              </c:pt>
              <c:pt idx="4641">
                <c:v>7.33</c:v>
              </c:pt>
              <c:pt idx="4642">
                <c:v>-7.029</c:v>
              </c:pt>
              <c:pt idx="4643">
                <c:v>-6.304</c:v>
              </c:pt>
              <c:pt idx="4644">
                <c:v>-3.872</c:v>
              </c:pt>
              <c:pt idx="4645">
                <c:v>-18.755</c:v>
              </c:pt>
              <c:pt idx="4646">
                <c:v>3.896</c:v>
              </c:pt>
              <c:pt idx="4647">
                <c:v>-4.54</c:v>
              </c:pt>
              <c:pt idx="4648">
                <c:v>-15.428</c:v>
              </c:pt>
              <c:pt idx="4649">
                <c:v>2.533</c:v>
              </c:pt>
              <c:pt idx="4650">
                <c:v>-12.636</c:v>
              </c:pt>
              <c:pt idx="4651">
                <c:v>-8.922</c:v>
              </c:pt>
              <c:pt idx="4652">
                <c:v>2.843</c:v>
              </c:pt>
              <c:pt idx="4653">
                <c:v>-6.502</c:v>
              </c:pt>
              <c:pt idx="4654">
                <c:v>17.908</c:v>
              </c:pt>
              <c:pt idx="4655">
                <c:v>21.304</c:v>
              </c:pt>
              <c:pt idx="4656">
                <c:v>22.532</c:v>
              </c:pt>
              <c:pt idx="4657">
                <c:v>22.36</c:v>
              </c:pt>
              <c:pt idx="4658">
                <c:v>21.695</c:v>
              </c:pt>
              <c:pt idx="4659">
                <c:v>18.886</c:v>
              </c:pt>
              <c:pt idx="4660">
                <c:v>23.213</c:v>
              </c:pt>
              <c:pt idx="4661">
                <c:v>15.235</c:v>
              </c:pt>
              <c:pt idx="4662">
                <c:v>15.999</c:v>
              </c:pt>
              <c:pt idx="4663">
                <c:v>19.652</c:v>
              </c:pt>
              <c:pt idx="4664">
                <c:v>13.458</c:v>
              </c:pt>
              <c:pt idx="4665">
                <c:v>16.661</c:v>
              </c:pt>
              <c:pt idx="4666">
                <c:v>17.948</c:v>
              </c:pt>
              <c:pt idx="4667">
                <c:v>18.026</c:v>
              </c:pt>
              <c:pt idx="4668">
                <c:v>-53.798</c:v>
              </c:pt>
              <c:pt idx="4669">
                <c:v>-53.438</c:v>
              </c:pt>
              <c:pt idx="4670">
                <c:v>-68.01</c:v>
              </c:pt>
              <c:pt idx="4671">
                <c:v>-62.621</c:v>
              </c:pt>
              <c:pt idx="4672">
                <c:v>-63.918</c:v>
              </c:pt>
              <c:pt idx="4673">
                <c:v>-63.217</c:v>
              </c:pt>
              <c:pt idx="4674">
                <c:v>-65.185</c:v>
              </c:pt>
              <c:pt idx="4675">
                <c:v>-60.863</c:v>
              </c:pt>
              <c:pt idx="4676">
                <c:v>-58.35</c:v>
              </c:pt>
              <c:pt idx="4677">
                <c:v>-58.051</c:v>
              </c:pt>
              <c:pt idx="4678">
                <c:v>-56.944</c:v>
              </c:pt>
              <c:pt idx="4679">
                <c:v>-62.033</c:v>
              </c:pt>
              <c:pt idx="4680">
                <c:v>-43.012</c:v>
              </c:pt>
              <c:pt idx="4681">
                <c:v>-47.051</c:v>
              </c:pt>
              <c:pt idx="4682">
                <c:v>-48.325</c:v>
              </c:pt>
              <c:pt idx="4683">
                <c:v>-47.822</c:v>
              </c:pt>
              <c:pt idx="4684">
                <c:v>-62.143</c:v>
              </c:pt>
              <c:pt idx="4685">
                <c:v>-64.947</c:v>
              </c:pt>
              <c:pt idx="4686">
                <c:v>-66.712</c:v>
              </c:pt>
              <c:pt idx="4687">
                <c:v>6.119</c:v>
              </c:pt>
              <c:pt idx="4688">
                <c:v>-61.604</c:v>
              </c:pt>
              <c:pt idx="4689">
                <c:v>-60.563</c:v>
              </c:pt>
              <c:pt idx="4690">
                <c:v>-57.118</c:v>
              </c:pt>
              <c:pt idx="4691">
                <c:v>-57.668</c:v>
              </c:pt>
              <c:pt idx="4692">
                <c:v>-54.524</c:v>
              </c:pt>
              <c:pt idx="4693">
                <c:v>-50.244</c:v>
              </c:pt>
              <c:pt idx="4694">
                <c:v>-49.454</c:v>
              </c:pt>
              <c:pt idx="4695">
                <c:v>110.636</c:v>
              </c:pt>
              <c:pt idx="4696">
                <c:v>-53.927</c:v>
              </c:pt>
              <c:pt idx="4697">
                <c:v>-59.116</c:v>
              </c:pt>
              <c:pt idx="4698">
                <c:v>-61.892</c:v>
              </c:pt>
              <c:pt idx="4699">
                <c:v>-67.149</c:v>
              </c:pt>
              <c:pt idx="4700">
                <c:v>-55.791</c:v>
              </c:pt>
              <c:pt idx="4701">
                <c:v>-61.45</c:v>
              </c:pt>
              <c:pt idx="4702">
                <c:v>-59.613</c:v>
              </c:pt>
              <c:pt idx="4703">
                <c:v>-65.346</c:v>
              </c:pt>
              <c:pt idx="4704">
                <c:v>-56.701</c:v>
              </c:pt>
              <c:pt idx="4705">
                <c:v>-59.188</c:v>
              </c:pt>
              <c:pt idx="4706">
                <c:v>-46.118</c:v>
              </c:pt>
              <c:pt idx="4707">
                <c:v>-46.817</c:v>
              </c:pt>
              <c:pt idx="4708">
                <c:v>-43.958</c:v>
              </c:pt>
              <c:pt idx="4709">
                <c:v>-46.642</c:v>
              </c:pt>
              <c:pt idx="4710">
                <c:v>-64.406</c:v>
              </c:pt>
              <c:pt idx="4711">
                <c:v>-42.761</c:v>
              </c:pt>
              <c:pt idx="4712">
                <c:v>-51.175</c:v>
              </c:pt>
              <c:pt idx="4713">
                <c:v>-63.273</c:v>
              </c:pt>
              <c:pt idx="4714">
                <c:v>-59.544</c:v>
              </c:pt>
              <c:pt idx="4715">
                <c:v>-52.335</c:v>
              </c:pt>
              <c:pt idx="4716">
                <c:v>-43.688</c:v>
              </c:pt>
              <c:pt idx="4717">
                <c:v>-55.581</c:v>
              </c:pt>
              <c:pt idx="4718">
                <c:v>-60.563</c:v>
              </c:pt>
              <c:pt idx="4719">
                <c:v>-51.264</c:v>
              </c:pt>
              <c:pt idx="4720">
                <c:v>-43.918</c:v>
              </c:pt>
              <c:pt idx="4721">
                <c:v>-65.562</c:v>
              </c:pt>
              <c:pt idx="4722">
                <c:v>-64.775</c:v>
              </c:pt>
              <c:pt idx="4723">
                <c:v>-56.096</c:v>
              </c:pt>
              <c:pt idx="4724">
                <c:v>-59.913</c:v>
              </c:pt>
              <c:pt idx="4725">
                <c:v>-63</c:v>
              </c:pt>
              <c:pt idx="4726">
                <c:v>-58.737</c:v>
              </c:pt>
              <c:pt idx="4727">
                <c:v>-43.567</c:v>
              </c:pt>
              <c:pt idx="4728">
                <c:v>-64.892</c:v>
              </c:pt>
              <c:pt idx="4729">
                <c:v>-43.549</c:v>
              </c:pt>
              <c:pt idx="4730">
                <c:v>-58.357</c:v>
              </c:pt>
              <c:pt idx="4731">
                <c:v>-61.005</c:v>
              </c:pt>
              <c:pt idx="4732">
                <c:v>-66.562</c:v>
              </c:pt>
              <c:pt idx="4733">
                <c:v>-60.3</c:v>
              </c:pt>
              <c:pt idx="4734">
                <c:v>-50.86</c:v>
              </c:pt>
              <c:pt idx="4735">
                <c:v>-47.641</c:v>
              </c:pt>
              <c:pt idx="4736">
                <c:v>-57.178</c:v>
              </c:pt>
              <c:pt idx="4737">
                <c:v>-50.236</c:v>
              </c:pt>
              <c:pt idx="4738">
                <c:v>-53.915</c:v>
              </c:pt>
              <c:pt idx="4739">
                <c:v>-53.453</c:v>
              </c:pt>
              <c:pt idx="4740">
                <c:v>-7.069</c:v>
              </c:pt>
              <c:pt idx="4741">
                <c:v>-4.181</c:v>
              </c:pt>
              <c:pt idx="4742">
                <c:v>6.191</c:v>
              </c:pt>
              <c:pt idx="4743">
                <c:v>-13.661</c:v>
              </c:pt>
              <c:pt idx="4744">
                <c:v>12.873</c:v>
              </c:pt>
              <c:pt idx="4745">
                <c:v>36.56</c:v>
              </c:pt>
              <c:pt idx="4746">
                <c:v>-13.396</c:v>
              </c:pt>
              <c:pt idx="4747">
                <c:v>-6.923</c:v>
              </c:pt>
              <c:pt idx="4748">
                <c:v>0.671</c:v>
              </c:pt>
              <c:pt idx="4749">
                <c:v>6.374</c:v>
              </c:pt>
              <c:pt idx="4750">
                <c:v>1.287</c:v>
              </c:pt>
              <c:pt idx="4751">
                <c:v>6.638</c:v>
              </c:pt>
              <c:pt idx="4752">
                <c:v>4.43</c:v>
              </c:pt>
              <c:pt idx="4753">
                <c:v>11.885</c:v>
              </c:pt>
              <c:pt idx="4754">
                <c:v>10.047</c:v>
              </c:pt>
              <c:pt idx="4755">
                <c:v>-13.743</c:v>
              </c:pt>
              <c:pt idx="4756">
                <c:v>-2.815</c:v>
              </c:pt>
              <c:pt idx="4757">
                <c:v>-4.442</c:v>
              </c:pt>
              <c:pt idx="4758">
                <c:v>-2.61</c:v>
              </c:pt>
              <c:pt idx="4759">
                <c:v>1.383</c:v>
              </c:pt>
              <c:pt idx="4760">
                <c:v>11.587</c:v>
              </c:pt>
              <c:pt idx="4761">
                <c:v>-6.296</c:v>
              </c:pt>
              <c:pt idx="4762">
                <c:v>0.711</c:v>
              </c:pt>
              <c:pt idx="4763">
                <c:v>0.729</c:v>
              </c:pt>
              <c:pt idx="4764">
                <c:v>1.019</c:v>
              </c:pt>
              <c:pt idx="4765">
                <c:v>-1.553</c:v>
              </c:pt>
              <c:pt idx="4766">
                <c:v>13.932</c:v>
              </c:pt>
              <c:pt idx="4767">
                <c:v>12.247</c:v>
              </c:pt>
              <c:pt idx="4768">
                <c:v>2.989</c:v>
              </c:pt>
              <c:pt idx="4769">
                <c:v>5.319</c:v>
              </c:pt>
              <c:pt idx="4770">
                <c:v>4.523</c:v>
              </c:pt>
              <c:pt idx="4771">
                <c:v>-1.879</c:v>
              </c:pt>
              <c:pt idx="4772">
                <c:v>-2.357</c:v>
              </c:pt>
              <c:pt idx="4773">
                <c:v>0.32</c:v>
              </c:pt>
              <c:pt idx="4774">
                <c:v>-11.381</c:v>
              </c:pt>
              <c:pt idx="4775">
                <c:v>3.237</c:v>
              </c:pt>
              <c:pt idx="4776">
                <c:v>-6.856</c:v>
              </c:pt>
              <c:pt idx="4777">
                <c:v>0.618</c:v>
              </c:pt>
              <c:pt idx="4778">
                <c:v>-3.605</c:v>
              </c:pt>
              <c:pt idx="4779">
                <c:v>-5.464</c:v>
              </c:pt>
              <c:pt idx="4780">
                <c:v>-0.531</c:v>
              </c:pt>
              <c:pt idx="4781">
                <c:v>12.183</c:v>
              </c:pt>
              <c:pt idx="4782">
                <c:v>17.782</c:v>
              </c:pt>
              <c:pt idx="4783">
                <c:v>7.132</c:v>
              </c:pt>
              <c:pt idx="4784">
                <c:v>10.917</c:v>
              </c:pt>
              <c:pt idx="4785">
                <c:v>14.561</c:v>
              </c:pt>
              <c:pt idx="4786">
                <c:v>21.295</c:v>
              </c:pt>
              <c:pt idx="4787">
                <c:v>11.926</c:v>
              </c:pt>
              <c:pt idx="4788">
                <c:v>13.799</c:v>
              </c:pt>
              <c:pt idx="4789">
                <c:v>23.868</c:v>
              </c:pt>
              <c:pt idx="4790">
                <c:v>17.993</c:v>
              </c:pt>
              <c:pt idx="4791">
                <c:v>5.729</c:v>
              </c:pt>
              <c:pt idx="4792">
                <c:v>12.669</c:v>
              </c:pt>
              <c:pt idx="4793">
                <c:v>20.229</c:v>
              </c:pt>
              <c:pt idx="4794">
                <c:v>5.713</c:v>
              </c:pt>
              <c:pt idx="4795">
                <c:v>19.048</c:v>
              </c:pt>
              <c:pt idx="4796">
                <c:v>14.967</c:v>
              </c:pt>
              <c:pt idx="4797">
                <c:v>22.015</c:v>
              </c:pt>
              <c:pt idx="4798">
                <c:v>11.604</c:v>
              </c:pt>
              <c:pt idx="4799">
                <c:v>16.979</c:v>
              </c:pt>
              <c:pt idx="4800">
                <c:v>16.685</c:v>
              </c:pt>
              <c:pt idx="4801">
                <c:v>10.057</c:v>
              </c:pt>
              <c:pt idx="4802">
                <c:v>0.248</c:v>
              </c:pt>
              <c:pt idx="4803">
                <c:v>-1.196</c:v>
              </c:pt>
              <c:pt idx="4804">
                <c:v>-6.88</c:v>
              </c:pt>
              <c:pt idx="4805">
                <c:v>8.19</c:v>
              </c:pt>
              <c:pt idx="4806">
                <c:v>16.831</c:v>
              </c:pt>
              <c:pt idx="4807">
                <c:v>14.555</c:v>
              </c:pt>
              <c:pt idx="4808">
                <c:v>-1.654</c:v>
              </c:pt>
              <c:pt idx="4809">
                <c:v>-3.911</c:v>
              </c:pt>
              <c:pt idx="4810">
                <c:v>-5.453</c:v>
              </c:pt>
              <c:pt idx="4811">
                <c:v>-4.115</c:v>
              </c:pt>
              <c:pt idx="4812">
                <c:v>9.758</c:v>
              </c:pt>
              <c:pt idx="4813">
                <c:v>12.928</c:v>
              </c:pt>
              <c:pt idx="4814">
                <c:v>4.054</c:v>
              </c:pt>
              <c:pt idx="4815">
                <c:v>16.649</c:v>
              </c:pt>
              <c:pt idx="4816">
                <c:v>4.274</c:v>
              </c:pt>
              <c:pt idx="4817">
                <c:v>-7.724</c:v>
              </c:pt>
              <c:pt idx="4818">
                <c:v>0.372</c:v>
              </c:pt>
              <c:pt idx="4819">
                <c:v>13.282</c:v>
              </c:pt>
              <c:pt idx="4820">
                <c:v>-28.454</c:v>
              </c:pt>
              <c:pt idx="4821">
                <c:v>-24.753</c:v>
              </c:pt>
              <c:pt idx="4822">
                <c:v>-41.695</c:v>
              </c:pt>
              <c:pt idx="4823">
                <c:v>-35.993</c:v>
              </c:pt>
              <c:pt idx="4824">
                <c:v>-31.281</c:v>
              </c:pt>
              <c:pt idx="4825">
                <c:v>-29.626</c:v>
              </c:pt>
              <c:pt idx="4826">
                <c:v>-32.752</c:v>
              </c:pt>
              <c:pt idx="4827">
                <c:v>-24.25</c:v>
              </c:pt>
              <c:pt idx="4828">
                <c:v>-26.354</c:v>
              </c:pt>
              <c:pt idx="4829">
                <c:v>-32.045</c:v>
              </c:pt>
              <c:pt idx="4830">
                <c:v>-29.228</c:v>
              </c:pt>
              <c:pt idx="4831">
                <c:v>-39.658</c:v>
              </c:pt>
              <c:pt idx="4832">
                <c:v>-27.327</c:v>
              </c:pt>
              <c:pt idx="4833">
                <c:v>-31.35</c:v>
              </c:pt>
              <c:pt idx="4834">
                <c:v>-29.622</c:v>
              </c:pt>
              <c:pt idx="4835">
                <c:v>-24.098</c:v>
              </c:pt>
              <c:pt idx="4836">
                <c:v>-29.162</c:v>
              </c:pt>
              <c:pt idx="4837">
                <c:v>-41.972</c:v>
              </c:pt>
              <c:pt idx="4838">
                <c:v>-30.243</c:v>
              </c:pt>
              <c:pt idx="4839">
                <c:v>-32.585</c:v>
              </c:pt>
              <c:pt idx="4840">
                <c:v>-34.887</c:v>
              </c:pt>
              <c:pt idx="4841">
                <c:v>19.529</c:v>
              </c:pt>
              <c:pt idx="4842">
                <c:v>23.68</c:v>
              </c:pt>
              <c:pt idx="4843">
                <c:v>35.5</c:v>
              </c:pt>
              <c:pt idx="4844">
                <c:v>36.236</c:v>
              </c:pt>
              <c:pt idx="4845">
                <c:v>33.583</c:v>
              </c:pt>
              <c:pt idx="4846">
                <c:v>36.322</c:v>
              </c:pt>
              <c:pt idx="4847">
                <c:v>32.328</c:v>
              </c:pt>
              <c:pt idx="4848">
                <c:v>26.679</c:v>
              </c:pt>
              <c:pt idx="4849">
                <c:v>23.716</c:v>
              </c:pt>
              <c:pt idx="4850">
                <c:v>29.016</c:v>
              </c:pt>
              <c:pt idx="4851">
                <c:v>21.283</c:v>
              </c:pt>
              <c:pt idx="4852">
                <c:v>19.067</c:v>
              </c:pt>
              <c:pt idx="4853">
                <c:v>34.85</c:v>
              </c:pt>
              <c:pt idx="4854">
                <c:v>29.507</c:v>
              </c:pt>
              <c:pt idx="4855">
                <c:v>22.105</c:v>
              </c:pt>
              <c:pt idx="4856">
                <c:v>33.09</c:v>
              </c:pt>
              <c:pt idx="4857">
                <c:v>33.887</c:v>
              </c:pt>
              <c:pt idx="4858">
                <c:v>37.047</c:v>
              </c:pt>
              <c:pt idx="4859">
                <c:v>26.615</c:v>
              </c:pt>
              <c:pt idx="4860">
                <c:v>31.597</c:v>
              </c:pt>
              <c:pt idx="4861">
                <c:v>21.221</c:v>
              </c:pt>
              <c:pt idx="4862">
                <c:v>28.242</c:v>
              </c:pt>
              <c:pt idx="4863">
                <c:v>31.297</c:v>
              </c:pt>
              <c:pt idx="4864">
                <c:v>54.095</c:v>
              </c:pt>
              <c:pt idx="4865">
                <c:v>37.702</c:v>
              </c:pt>
              <c:pt idx="4866">
                <c:v>43.474</c:v>
              </c:pt>
              <c:pt idx="4867">
                <c:v>15.573</c:v>
              </c:pt>
              <c:pt idx="4868">
                <c:v>21.789</c:v>
              </c:pt>
              <c:pt idx="4869">
                <c:v>39.914</c:v>
              </c:pt>
              <c:pt idx="4870">
                <c:v>43.084</c:v>
              </c:pt>
              <c:pt idx="4871">
                <c:v>19.112</c:v>
              </c:pt>
              <c:pt idx="4872">
                <c:v>35.072</c:v>
              </c:pt>
              <c:pt idx="4873">
                <c:v>17.079</c:v>
              </c:pt>
              <c:pt idx="4874">
                <c:v>39.494</c:v>
              </c:pt>
              <c:pt idx="4875">
                <c:v>16.621</c:v>
              </c:pt>
              <c:pt idx="4876">
                <c:v>38.891</c:v>
              </c:pt>
              <c:pt idx="4877">
                <c:v>39.408</c:v>
              </c:pt>
              <c:pt idx="4878">
                <c:v>29.505</c:v>
              </c:pt>
              <c:pt idx="4879">
                <c:v>26.111</c:v>
              </c:pt>
              <c:pt idx="4880">
                <c:v>18.515</c:v>
              </c:pt>
              <c:pt idx="4881">
                <c:v>41.269</c:v>
              </c:pt>
              <c:pt idx="4882">
                <c:v>37.661</c:v>
              </c:pt>
              <c:pt idx="4883">
                <c:v>38.409</c:v>
              </c:pt>
              <c:pt idx="4884">
                <c:v>-47.789</c:v>
              </c:pt>
              <c:pt idx="4885">
                <c:v>-49.117</c:v>
              </c:pt>
              <c:pt idx="4886">
                <c:v>45.708</c:v>
              </c:pt>
              <c:pt idx="4887">
                <c:v>34.133</c:v>
              </c:pt>
              <c:pt idx="4888">
                <c:v>44.496</c:v>
              </c:pt>
              <c:pt idx="4889">
                <c:v>29.148</c:v>
              </c:pt>
              <c:pt idx="4890">
                <c:v>33.484</c:v>
              </c:pt>
              <c:pt idx="4891">
                <c:v>24.727</c:v>
              </c:pt>
              <c:pt idx="4892">
                <c:v>46.766</c:v>
              </c:pt>
              <c:pt idx="4893">
                <c:v>33.535</c:v>
              </c:pt>
              <c:pt idx="4894">
                <c:v>38.496</c:v>
              </c:pt>
              <c:pt idx="4895">
                <c:v>33.893</c:v>
              </c:pt>
              <c:pt idx="4896">
                <c:v>32.488</c:v>
              </c:pt>
              <c:pt idx="4897">
                <c:v>19.296</c:v>
              </c:pt>
              <c:pt idx="4898">
                <c:v>19.096</c:v>
              </c:pt>
              <c:pt idx="4899">
                <c:v>24.782</c:v>
              </c:pt>
              <c:pt idx="4900">
                <c:v>28.616</c:v>
              </c:pt>
              <c:pt idx="4901">
                <c:v>-214.203</c:v>
              </c:pt>
              <c:pt idx="4902">
                <c:v>29.588</c:v>
              </c:pt>
              <c:pt idx="4903">
                <c:v>26.861</c:v>
              </c:pt>
              <c:pt idx="4904">
                <c:v>44.948</c:v>
              </c:pt>
              <c:pt idx="4905">
                <c:v>34.463</c:v>
              </c:pt>
              <c:pt idx="4906">
                <c:v>45.346</c:v>
              </c:pt>
              <c:pt idx="4907">
                <c:v>44.186</c:v>
              </c:pt>
              <c:pt idx="4908">
                <c:v>39.163</c:v>
              </c:pt>
              <c:pt idx="4909">
                <c:v>19.047</c:v>
              </c:pt>
              <c:pt idx="4910">
                <c:v>44.572</c:v>
              </c:pt>
              <c:pt idx="4911">
                <c:v>43.86</c:v>
              </c:pt>
              <c:pt idx="4912">
                <c:v>44.427</c:v>
              </c:pt>
              <c:pt idx="4913">
                <c:v>35.708</c:v>
              </c:pt>
              <c:pt idx="4914">
                <c:v>19.715</c:v>
              </c:pt>
              <c:pt idx="4915">
                <c:v>45.594</c:v>
              </c:pt>
              <c:pt idx="4916">
                <c:v>33.341</c:v>
              </c:pt>
              <c:pt idx="4917">
                <c:v>27.995</c:v>
              </c:pt>
              <c:pt idx="4918">
                <c:v>21.936</c:v>
              </c:pt>
              <c:pt idx="4919">
                <c:v>19.873</c:v>
              </c:pt>
              <c:pt idx="4920">
                <c:v>26.902</c:v>
              </c:pt>
              <c:pt idx="4921">
                <c:v>25.952</c:v>
              </c:pt>
              <c:pt idx="4922">
                <c:v>38.317</c:v>
              </c:pt>
              <c:pt idx="4923">
                <c:v>20.475</c:v>
              </c:pt>
              <c:pt idx="4924">
                <c:v>38.948</c:v>
              </c:pt>
              <c:pt idx="4925">
                <c:v>34.854</c:v>
              </c:pt>
              <c:pt idx="4926">
                <c:v>39.229</c:v>
              </c:pt>
              <c:pt idx="4927">
                <c:v>26.88</c:v>
              </c:pt>
              <c:pt idx="4928">
                <c:v>27.456</c:v>
              </c:pt>
              <c:pt idx="4929">
                <c:v>36.672</c:v>
              </c:pt>
              <c:pt idx="4930">
                <c:v>27.918</c:v>
              </c:pt>
              <c:pt idx="4931">
                <c:v>38.717</c:v>
              </c:pt>
              <c:pt idx="4932">
                <c:v>108.541</c:v>
              </c:pt>
              <c:pt idx="4933">
                <c:v>91.65</c:v>
              </c:pt>
              <c:pt idx="4934">
                <c:v>105.652</c:v>
              </c:pt>
              <c:pt idx="4935">
                <c:v>108.897</c:v>
              </c:pt>
              <c:pt idx="4936">
                <c:v>102.348</c:v>
              </c:pt>
              <c:pt idx="4937">
                <c:v>114.962</c:v>
              </c:pt>
              <c:pt idx="4938">
                <c:v>104.959</c:v>
              </c:pt>
              <c:pt idx="4939">
                <c:v>101.967</c:v>
              </c:pt>
              <c:pt idx="4940">
                <c:v>106.829</c:v>
              </c:pt>
              <c:pt idx="4941">
                <c:v>102.828</c:v>
              </c:pt>
              <c:pt idx="4942">
                <c:v>111.77</c:v>
              </c:pt>
              <c:pt idx="4943">
                <c:v>105.862</c:v>
              </c:pt>
              <c:pt idx="4944">
                <c:v>105.107</c:v>
              </c:pt>
              <c:pt idx="4945">
                <c:v>107.031</c:v>
              </c:pt>
              <c:pt idx="4946">
                <c:v>111.852</c:v>
              </c:pt>
              <c:pt idx="4947">
                <c:v>106.033</c:v>
              </c:pt>
              <c:pt idx="4948">
                <c:v>106.104</c:v>
              </c:pt>
              <c:pt idx="4949">
                <c:v>102.503</c:v>
              </c:pt>
              <c:pt idx="4950">
                <c:v>102.376</c:v>
              </c:pt>
              <c:pt idx="4951">
                <c:v>113.904</c:v>
              </c:pt>
              <c:pt idx="4952">
                <c:v>111.749</c:v>
              </c:pt>
              <c:pt idx="4953">
                <c:v>114.592</c:v>
              </c:pt>
              <c:pt idx="4954">
                <c:v>98.393</c:v>
              </c:pt>
              <c:pt idx="4955">
                <c:v>-115.02</c:v>
              </c:pt>
              <c:pt idx="4956">
                <c:v>-6.586</c:v>
              </c:pt>
              <c:pt idx="4957">
                <c:v>-165.872</c:v>
              </c:pt>
              <c:pt idx="4958">
                <c:v>104.976</c:v>
              </c:pt>
              <c:pt idx="4959">
                <c:v>99.657</c:v>
              </c:pt>
              <c:pt idx="4960">
                <c:v>114.309</c:v>
              </c:pt>
              <c:pt idx="4961">
                <c:v>108.535</c:v>
              </c:pt>
              <c:pt idx="4962">
                <c:v>111.799</c:v>
              </c:pt>
              <c:pt idx="4963">
                <c:v>114.155</c:v>
              </c:pt>
              <c:pt idx="4964">
                <c:v>104.011</c:v>
              </c:pt>
              <c:pt idx="4965">
                <c:v>113.607</c:v>
              </c:pt>
              <c:pt idx="4966">
                <c:v>101.079</c:v>
              </c:pt>
              <c:pt idx="4967">
                <c:v>98.983</c:v>
              </c:pt>
              <c:pt idx="4968">
                <c:v>110.626</c:v>
              </c:pt>
              <c:pt idx="4969">
                <c:v>99.868</c:v>
              </c:pt>
              <c:pt idx="4970">
                <c:v>99.438</c:v>
              </c:pt>
              <c:pt idx="4971">
                <c:v>102.612</c:v>
              </c:pt>
              <c:pt idx="4972">
                <c:v>101.171</c:v>
              </c:pt>
              <c:pt idx="4973">
                <c:v>105.168</c:v>
              </c:pt>
              <c:pt idx="4974">
                <c:v>113.187</c:v>
              </c:pt>
              <c:pt idx="4975">
                <c:v>102.254</c:v>
              </c:pt>
              <c:pt idx="4976">
                <c:v>112.848</c:v>
              </c:pt>
              <c:pt idx="4977">
                <c:v>-135.734</c:v>
              </c:pt>
              <c:pt idx="4978">
                <c:v>4.517</c:v>
              </c:pt>
              <c:pt idx="4979">
                <c:v>94.109</c:v>
              </c:pt>
              <c:pt idx="4980">
                <c:v>26.066</c:v>
              </c:pt>
              <c:pt idx="4981">
                <c:v>48.985</c:v>
              </c:pt>
              <c:pt idx="4982">
                <c:v>110.801</c:v>
              </c:pt>
              <c:pt idx="4983">
                <c:v>113.569</c:v>
              </c:pt>
              <c:pt idx="4984">
                <c:v>93.463</c:v>
              </c:pt>
              <c:pt idx="4985">
                <c:v>110.875</c:v>
              </c:pt>
              <c:pt idx="4986">
                <c:v>96.159</c:v>
              </c:pt>
              <c:pt idx="4987">
                <c:v>102.891</c:v>
              </c:pt>
              <c:pt idx="4988">
                <c:v>112.053</c:v>
              </c:pt>
              <c:pt idx="4989">
                <c:v>109.86</c:v>
              </c:pt>
              <c:pt idx="4990">
                <c:v>113.131</c:v>
              </c:pt>
              <c:pt idx="4991">
                <c:v>109.978</c:v>
              </c:pt>
              <c:pt idx="4992">
                <c:v>96.565</c:v>
              </c:pt>
              <c:pt idx="4993">
                <c:v>112.365</c:v>
              </c:pt>
              <c:pt idx="4994">
                <c:v>96.04</c:v>
              </c:pt>
              <c:pt idx="4995">
                <c:v>98.599</c:v>
              </c:pt>
              <c:pt idx="4996">
                <c:v>111.665</c:v>
              </c:pt>
              <c:pt idx="4997">
                <c:v>99.795</c:v>
              </c:pt>
              <c:pt idx="4998">
                <c:v>97.34</c:v>
              </c:pt>
              <c:pt idx="4999">
                <c:v>105.626</c:v>
              </c:pt>
              <c:pt idx="5000">
                <c:v>96.1</c:v>
              </c:pt>
              <c:pt idx="5001">
                <c:v>108.97</c:v>
              </c:pt>
              <c:pt idx="5002">
                <c:v>-109.266</c:v>
              </c:pt>
              <c:pt idx="5003">
                <c:v>98.27</c:v>
              </c:pt>
              <c:pt idx="5004">
                <c:v>95.861</c:v>
              </c:pt>
              <c:pt idx="5005">
                <c:v>93.933</c:v>
              </c:pt>
              <c:pt idx="5006">
                <c:v>108.186</c:v>
              </c:pt>
              <c:pt idx="5007">
                <c:v>109.102</c:v>
              </c:pt>
              <c:pt idx="5008">
                <c:v>110.474</c:v>
              </c:pt>
              <c:pt idx="5009">
                <c:v>95.676</c:v>
              </c:pt>
              <c:pt idx="5010">
                <c:v>95.079</c:v>
              </c:pt>
              <c:pt idx="5011">
                <c:v>94.532</c:v>
              </c:pt>
              <c:pt idx="5012">
                <c:v>98.728</c:v>
              </c:pt>
              <c:pt idx="5013">
                <c:v>97.867</c:v>
              </c:pt>
              <c:pt idx="5014">
                <c:v>102.028</c:v>
              </c:pt>
              <c:pt idx="5015">
                <c:v>97.986</c:v>
              </c:pt>
              <c:pt idx="5016">
                <c:v>111.925</c:v>
              </c:pt>
              <c:pt idx="5017">
                <c:v>97.531</c:v>
              </c:pt>
              <c:pt idx="5018">
                <c:v>110.86</c:v>
              </c:pt>
              <c:pt idx="5019">
                <c:v>107.491</c:v>
              </c:pt>
              <c:pt idx="5020">
                <c:v>111.636</c:v>
              </c:pt>
              <c:pt idx="5021">
                <c:v>95.414</c:v>
              </c:pt>
              <c:pt idx="5022">
                <c:v>94.442</c:v>
              </c:pt>
              <c:pt idx="5023">
                <c:v>96.167</c:v>
              </c:pt>
              <c:pt idx="5024">
                <c:v>102.161</c:v>
              </c:pt>
              <c:pt idx="5025">
                <c:v>103.062</c:v>
              </c:pt>
              <c:pt idx="5026">
                <c:v>108.96</c:v>
              </c:pt>
              <c:pt idx="5027">
                <c:v>95.689</c:v>
              </c:pt>
              <c:pt idx="5028">
                <c:v>101.323</c:v>
              </c:pt>
              <c:pt idx="5029">
                <c:v>114.671</c:v>
              </c:pt>
              <c:pt idx="5030">
                <c:v>104.957</c:v>
              </c:pt>
              <c:pt idx="5031">
                <c:v>101.551</c:v>
              </c:pt>
              <c:pt idx="5032">
                <c:v>111.672</c:v>
              </c:pt>
              <c:pt idx="5033">
                <c:v>93.522</c:v>
              </c:pt>
              <c:pt idx="5034">
                <c:v>110.971</c:v>
              </c:pt>
              <c:pt idx="5035">
                <c:v>100.168</c:v>
              </c:pt>
              <c:pt idx="5036">
                <c:v>88.293</c:v>
              </c:pt>
              <c:pt idx="5037">
                <c:v>108.385</c:v>
              </c:pt>
              <c:pt idx="5038">
                <c:v>88.408</c:v>
              </c:pt>
              <c:pt idx="5039">
                <c:v>111.995</c:v>
              </c:pt>
              <c:pt idx="5040">
                <c:v>108.612</c:v>
              </c:pt>
              <c:pt idx="5041">
                <c:v>109.194</c:v>
              </c:pt>
              <c:pt idx="5042">
                <c:v>108.584</c:v>
              </c:pt>
              <c:pt idx="5043">
                <c:v>95.773</c:v>
              </c:pt>
              <c:pt idx="5044">
                <c:v>88.304</c:v>
              </c:pt>
              <c:pt idx="5045">
                <c:v>88.833</c:v>
              </c:pt>
              <c:pt idx="5046">
                <c:v>91.131</c:v>
              </c:pt>
              <c:pt idx="5047">
                <c:v>89.066</c:v>
              </c:pt>
              <c:pt idx="5048">
                <c:v>113.646</c:v>
              </c:pt>
              <c:pt idx="5049">
                <c:v>108.491</c:v>
              </c:pt>
              <c:pt idx="5050">
                <c:v>91.402</c:v>
              </c:pt>
              <c:pt idx="5051">
                <c:v>89.668</c:v>
              </c:pt>
              <c:pt idx="5052">
                <c:v>88.295</c:v>
              </c:pt>
              <c:pt idx="5053">
                <c:v>109.693</c:v>
              </c:pt>
              <c:pt idx="5054">
                <c:v>98.647</c:v>
              </c:pt>
              <c:pt idx="5055">
                <c:v>106.427</c:v>
              </c:pt>
              <c:pt idx="5056">
                <c:v>112.808</c:v>
              </c:pt>
              <c:pt idx="5057">
                <c:v>101.644</c:v>
              </c:pt>
              <c:pt idx="5058">
                <c:v>108.273</c:v>
              </c:pt>
              <c:pt idx="5059">
                <c:v>100.59</c:v>
              </c:pt>
              <c:pt idx="5060">
                <c:v>111.984</c:v>
              </c:pt>
              <c:pt idx="5061">
                <c:v>91.252</c:v>
              </c:pt>
              <c:pt idx="5062">
                <c:v>108.767</c:v>
              </c:pt>
              <c:pt idx="5063">
                <c:v>93.592</c:v>
              </c:pt>
              <c:pt idx="5064">
                <c:v>107.284</c:v>
              </c:pt>
              <c:pt idx="5065">
                <c:v>95.176</c:v>
              </c:pt>
              <c:pt idx="5066">
                <c:v>32.444</c:v>
              </c:pt>
              <c:pt idx="5067">
                <c:v>17.882</c:v>
              </c:pt>
              <c:pt idx="5068">
                <c:v>-101.922</c:v>
              </c:pt>
              <c:pt idx="5069">
                <c:v>2.495</c:v>
              </c:pt>
              <c:pt idx="5070">
                <c:v>54.676</c:v>
              </c:pt>
              <c:pt idx="5071">
                <c:v>91.259</c:v>
              </c:pt>
              <c:pt idx="5072">
                <c:v>86.637</c:v>
              </c:pt>
              <c:pt idx="5073">
                <c:v>-190.041</c:v>
              </c:pt>
              <c:pt idx="5074">
                <c:v>67.787</c:v>
              </c:pt>
              <c:pt idx="5075">
                <c:v>-195.85</c:v>
              </c:pt>
              <c:pt idx="5076">
                <c:v>82.457</c:v>
              </c:pt>
              <c:pt idx="5077">
                <c:v>56.249</c:v>
              </c:pt>
              <c:pt idx="5078">
                <c:v>110.132</c:v>
              </c:pt>
              <c:pt idx="5079">
                <c:v>18.77</c:v>
              </c:pt>
              <c:pt idx="5080">
                <c:v>90.669</c:v>
              </c:pt>
              <c:pt idx="5081">
                <c:v>17.571</c:v>
              </c:pt>
              <c:pt idx="5082">
                <c:v>45.25</c:v>
              </c:pt>
              <c:pt idx="5083">
                <c:v>85.262</c:v>
              </c:pt>
              <c:pt idx="5084">
                <c:v>81.511</c:v>
              </c:pt>
              <c:pt idx="5085">
                <c:v>-199.951</c:v>
              </c:pt>
              <c:pt idx="5086">
                <c:v>-7.302</c:v>
              </c:pt>
              <c:pt idx="5087">
                <c:v>49.108</c:v>
              </c:pt>
              <c:pt idx="5088">
                <c:v>-213.492</c:v>
              </c:pt>
              <c:pt idx="5089">
                <c:v>26.379</c:v>
              </c:pt>
              <c:pt idx="5090">
                <c:v>43.863</c:v>
              </c:pt>
              <c:pt idx="5091">
                <c:v>-2.053</c:v>
              </c:pt>
              <c:pt idx="5092">
                <c:v>-77.578</c:v>
              </c:pt>
              <c:pt idx="5093">
                <c:v>-140.534</c:v>
              </c:pt>
              <c:pt idx="5094">
                <c:v>-134.789</c:v>
              </c:pt>
              <c:pt idx="5095">
                <c:v>-139.804</c:v>
              </c:pt>
              <c:pt idx="5096">
                <c:v>-135.176</c:v>
              </c:pt>
              <c:pt idx="5097">
                <c:v>-134.382</c:v>
              </c:pt>
              <c:pt idx="5098">
                <c:v>-136.577</c:v>
              </c:pt>
              <c:pt idx="5099">
                <c:v>-138.229</c:v>
              </c:pt>
              <c:pt idx="5100">
                <c:v>-135.71</c:v>
              </c:pt>
              <c:pt idx="5101">
                <c:v>-143.845</c:v>
              </c:pt>
              <c:pt idx="5102">
                <c:v>-142.612</c:v>
              </c:pt>
              <c:pt idx="5103">
                <c:v>-145.609</c:v>
              </c:pt>
              <c:pt idx="5104">
                <c:v>-132.455</c:v>
              </c:pt>
              <c:pt idx="5105">
                <c:v>-141.744</c:v>
              </c:pt>
              <c:pt idx="5106">
                <c:v>-138.608</c:v>
              </c:pt>
              <c:pt idx="5107">
                <c:v>-142.347</c:v>
              </c:pt>
              <c:pt idx="5108">
                <c:v>-204.81</c:v>
              </c:pt>
              <c:pt idx="5109">
                <c:v>-204.331</c:v>
              </c:pt>
              <c:pt idx="5110">
                <c:v>-187.423</c:v>
              </c:pt>
              <c:pt idx="5111">
                <c:v>-188.053</c:v>
              </c:pt>
              <c:pt idx="5112">
                <c:v>-202.56</c:v>
              </c:pt>
              <c:pt idx="5113">
                <c:v>-202.982</c:v>
              </c:pt>
              <c:pt idx="5114">
                <c:v>-189.774</c:v>
              </c:pt>
              <c:pt idx="5115">
                <c:v>-189.184</c:v>
              </c:pt>
              <c:pt idx="5116">
                <c:v>-188.934</c:v>
              </c:pt>
              <c:pt idx="5117">
                <c:v>-191.53</c:v>
              </c:pt>
              <c:pt idx="5118">
                <c:v>-189.81</c:v>
              </c:pt>
              <c:pt idx="5119">
                <c:v>-186.734</c:v>
              </c:pt>
              <c:pt idx="5120">
                <c:v>-194.675</c:v>
              </c:pt>
              <c:pt idx="5121">
                <c:v>-206.667</c:v>
              </c:pt>
              <c:pt idx="5122">
                <c:v>-202.971</c:v>
              </c:pt>
              <c:pt idx="5123">
                <c:v>-190.896</c:v>
              </c:pt>
              <c:pt idx="5124">
                <c:v>-204.897</c:v>
              </c:pt>
              <c:pt idx="5125">
                <c:v>-193.529</c:v>
              </c:pt>
              <c:pt idx="5126">
                <c:v>-203.866</c:v>
              </c:pt>
              <c:pt idx="5127">
                <c:v>-199.015</c:v>
              </c:pt>
              <c:pt idx="5128">
                <c:v>-205.084</c:v>
              </c:pt>
              <c:pt idx="5129">
                <c:v>-193.856</c:v>
              </c:pt>
              <c:pt idx="5130">
                <c:v>-191.763</c:v>
              </c:pt>
              <c:pt idx="5131">
                <c:v>-198.986</c:v>
              </c:pt>
              <c:pt idx="5132">
                <c:v>-198.609</c:v>
              </c:pt>
              <c:pt idx="5133">
                <c:v>-195.04</c:v>
              </c:pt>
              <c:pt idx="5134">
                <c:v>-198.536</c:v>
              </c:pt>
              <c:pt idx="5135">
                <c:v>-198.806</c:v>
              </c:pt>
              <c:pt idx="5136">
                <c:v>-196.814</c:v>
              </c:pt>
              <c:pt idx="5137">
                <c:v>-189.64</c:v>
              </c:pt>
              <c:pt idx="5138">
                <c:v>-198.958</c:v>
              </c:pt>
              <c:pt idx="5139">
                <c:v>-198.612</c:v>
              </c:pt>
              <c:pt idx="5140">
                <c:v>-192.887</c:v>
              </c:pt>
              <c:pt idx="5141">
                <c:v>-193.16</c:v>
              </c:pt>
              <c:pt idx="5142">
                <c:v>-202.859</c:v>
              </c:pt>
              <c:pt idx="5143">
                <c:v>-198.17</c:v>
              </c:pt>
              <c:pt idx="5144">
                <c:v>-187.207</c:v>
              </c:pt>
              <c:pt idx="5145">
                <c:v>-169.461</c:v>
              </c:pt>
              <c:pt idx="5146">
                <c:v>-169.475</c:v>
              </c:pt>
              <c:pt idx="5147">
                <c:v>-161.346</c:v>
              </c:pt>
              <c:pt idx="5148">
                <c:v>-162.292</c:v>
              </c:pt>
              <c:pt idx="5149">
                <c:v>-169.94</c:v>
              </c:pt>
              <c:pt idx="5150">
                <c:v>-163.267</c:v>
              </c:pt>
              <c:pt idx="5151">
                <c:v>-162.871</c:v>
              </c:pt>
              <c:pt idx="5152">
                <c:v>-162.813</c:v>
              </c:pt>
              <c:pt idx="5153">
                <c:v>-164.73</c:v>
              </c:pt>
              <c:pt idx="5154">
                <c:v>-168.166</c:v>
              </c:pt>
              <c:pt idx="5155">
                <c:v>-165.261</c:v>
              </c:pt>
              <c:pt idx="5156">
                <c:v>-212.9</c:v>
              </c:pt>
              <c:pt idx="5157">
                <c:v>-209.739</c:v>
              </c:pt>
              <c:pt idx="5158">
                <c:v>-211.226</c:v>
              </c:pt>
              <c:pt idx="5159">
                <c:v>-214.445</c:v>
              </c:pt>
              <c:pt idx="5160">
                <c:v>-212.739</c:v>
              </c:pt>
              <c:pt idx="5161">
                <c:v>-213.378</c:v>
              </c:pt>
              <c:pt idx="5162">
                <c:v>-211.934</c:v>
              </c:pt>
              <c:pt idx="5163">
                <c:v>-214.385</c:v>
              </c:pt>
              <c:pt idx="5164">
                <c:v>-209.153</c:v>
              </c:pt>
              <c:pt idx="5165">
                <c:v>-211.764</c:v>
              </c:pt>
              <c:pt idx="5166">
                <c:v>-210.97</c:v>
              </c:pt>
              <c:pt idx="5167">
                <c:v>-213.893</c:v>
              </c:pt>
              <c:pt idx="5168">
                <c:v>-213.582</c:v>
              </c:pt>
              <c:pt idx="5169">
                <c:v>-5.742</c:v>
              </c:pt>
              <c:pt idx="5170">
                <c:v>47.589</c:v>
              </c:pt>
              <c:pt idx="5171">
                <c:v>63.065</c:v>
              </c:pt>
              <c:pt idx="5172">
                <c:v>60.727</c:v>
              </c:pt>
              <c:pt idx="5173">
                <c:v>72.882</c:v>
              </c:pt>
              <c:pt idx="5174">
                <c:v>70.92</c:v>
              </c:pt>
              <c:pt idx="5175">
                <c:v>62.856</c:v>
              </c:pt>
              <c:pt idx="5176">
                <c:v>61.744</c:v>
              </c:pt>
              <c:pt idx="5177">
                <c:v>52.343</c:v>
              </c:pt>
              <c:pt idx="5178">
                <c:v>49.724</c:v>
              </c:pt>
              <c:pt idx="5179">
                <c:v>75.397</c:v>
              </c:pt>
              <c:pt idx="5180">
                <c:v>50.411</c:v>
              </c:pt>
              <c:pt idx="5181">
                <c:v>57.953</c:v>
              </c:pt>
              <c:pt idx="5182">
                <c:v>57.855</c:v>
              </c:pt>
              <c:pt idx="5183">
                <c:v>-99.804</c:v>
              </c:pt>
              <c:pt idx="5184">
                <c:v>-95.118</c:v>
              </c:pt>
              <c:pt idx="5185">
                <c:v>59.913</c:v>
              </c:pt>
              <c:pt idx="5186">
                <c:v>6.933</c:v>
              </c:pt>
              <c:pt idx="5187">
                <c:v>-102.106</c:v>
              </c:pt>
              <c:pt idx="5188">
                <c:v>-111.403</c:v>
              </c:pt>
              <c:pt idx="5189">
                <c:v>-110.147</c:v>
              </c:pt>
              <c:pt idx="5190">
                <c:v>-109.654</c:v>
              </c:pt>
              <c:pt idx="5191">
                <c:v>-88.142</c:v>
              </c:pt>
              <c:pt idx="5192">
                <c:v>-104.244</c:v>
              </c:pt>
              <c:pt idx="5193">
                <c:v>-96.48</c:v>
              </c:pt>
              <c:pt idx="5194">
                <c:v>-104.296</c:v>
              </c:pt>
              <c:pt idx="5195">
                <c:v>-110.309</c:v>
              </c:pt>
              <c:pt idx="5196">
                <c:v>-102.668</c:v>
              </c:pt>
              <c:pt idx="5197">
                <c:v>-3.378</c:v>
              </c:pt>
              <c:pt idx="5198">
                <c:v>-110.198</c:v>
              </c:pt>
              <c:pt idx="5199">
                <c:v>18.755</c:v>
              </c:pt>
              <c:pt idx="5200">
                <c:v>56.355</c:v>
              </c:pt>
              <c:pt idx="5201">
                <c:v>48.789</c:v>
              </c:pt>
              <c:pt idx="5202">
                <c:v>57.502</c:v>
              </c:pt>
              <c:pt idx="5203">
                <c:v>30.58</c:v>
              </c:pt>
              <c:pt idx="5204">
                <c:v>35.971</c:v>
              </c:pt>
              <c:pt idx="5205">
                <c:v>55.483</c:v>
              </c:pt>
              <c:pt idx="5206">
                <c:v>31.573</c:v>
              </c:pt>
              <c:pt idx="5207">
                <c:v>54.284</c:v>
              </c:pt>
              <c:pt idx="5208">
                <c:v>34.804</c:v>
              </c:pt>
              <c:pt idx="5209">
                <c:v>57.978</c:v>
              </c:pt>
              <c:pt idx="5210">
                <c:v>56.765</c:v>
              </c:pt>
              <c:pt idx="5211">
                <c:v>50.261</c:v>
              </c:pt>
              <c:pt idx="5212">
                <c:v>34.141</c:v>
              </c:pt>
              <c:pt idx="5213">
                <c:v>36.457</c:v>
              </c:pt>
              <c:pt idx="5214">
                <c:v>35.697</c:v>
              </c:pt>
              <c:pt idx="5215">
                <c:v>48.708</c:v>
              </c:pt>
              <c:pt idx="5216">
                <c:v>51.126</c:v>
              </c:pt>
              <c:pt idx="5217">
                <c:v>37.133</c:v>
              </c:pt>
              <c:pt idx="5218">
                <c:v>28.962</c:v>
              </c:pt>
              <c:pt idx="5219">
                <c:v>57.253</c:v>
              </c:pt>
              <c:pt idx="5220">
                <c:v>51.076</c:v>
              </c:pt>
              <c:pt idx="5221">
                <c:v>49.861</c:v>
              </c:pt>
              <c:pt idx="5222">
                <c:v>61.238</c:v>
              </c:pt>
              <c:pt idx="5223">
                <c:v>62.025</c:v>
              </c:pt>
              <c:pt idx="5224">
                <c:v>43.368</c:v>
              </c:pt>
              <c:pt idx="5225">
                <c:v>58.537</c:v>
              </c:pt>
              <c:pt idx="5226">
                <c:v>47.241</c:v>
              </c:pt>
              <c:pt idx="5227">
                <c:v>43.984</c:v>
              </c:pt>
              <c:pt idx="5228">
                <c:v>39.627</c:v>
              </c:pt>
              <c:pt idx="5229">
                <c:v>46.024</c:v>
              </c:pt>
              <c:pt idx="5230">
                <c:v>38.035</c:v>
              </c:pt>
              <c:pt idx="5231">
                <c:v>30.46</c:v>
              </c:pt>
              <c:pt idx="5232">
                <c:v>45.742</c:v>
              </c:pt>
              <c:pt idx="5233">
                <c:v>49.688</c:v>
              </c:pt>
              <c:pt idx="5234">
                <c:v>53.767</c:v>
              </c:pt>
              <c:pt idx="5235">
                <c:v>53.661</c:v>
              </c:pt>
              <c:pt idx="5236">
                <c:v>40.237</c:v>
              </c:pt>
              <c:pt idx="5237">
                <c:v>41.955</c:v>
              </c:pt>
              <c:pt idx="5238">
                <c:v>49</c:v>
              </c:pt>
              <c:pt idx="5239">
                <c:v>34.521</c:v>
              </c:pt>
              <c:pt idx="5240">
                <c:v>42.233</c:v>
              </c:pt>
              <c:pt idx="5241">
                <c:v>51.482</c:v>
              </c:pt>
              <c:pt idx="5242">
                <c:v>37.866</c:v>
              </c:pt>
              <c:pt idx="5243">
                <c:v>28.838</c:v>
              </c:pt>
              <c:pt idx="5244">
                <c:v>58.37</c:v>
              </c:pt>
              <c:pt idx="5245">
                <c:v>34.709</c:v>
              </c:pt>
              <c:pt idx="5246">
                <c:v>54.629</c:v>
              </c:pt>
              <c:pt idx="5247">
                <c:v>36.009</c:v>
              </c:pt>
              <c:pt idx="5248">
                <c:v>35.997</c:v>
              </c:pt>
              <c:pt idx="5249">
                <c:v>27.346</c:v>
              </c:pt>
              <c:pt idx="5250">
                <c:v>39.972</c:v>
              </c:pt>
              <c:pt idx="5251">
                <c:v>49.01</c:v>
              </c:pt>
              <c:pt idx="5252">
                <c:v>32.259</c:v>
              </c:pt>
              <c:pt idx="5253">
                <c:v>54.158</c:v>
              </c:pt>
              <c:pt idx="5254">
                <c:v>46.466</c:v>
              </c:pt>
              <c:pt idx="5255">
                <c:v>56.183</c:v>
              </c:pt>
              <c:pt idx="5256">
                <c:v>63.456</c:v>
              </c:pt>
              <c:pt idx="5257">
                <c:v>47.097</c:v>
              </c:pt>
              <c:pt idx="5258">
                <c:v>58.977</c:v>
              </c:pt>
              <c:pt idx="5259">
                <c:v>39.105</c:v>
              </c:pt>
              <c:pt idx="5260">
                <c:v>59.074</c:v>
              </c:pt>
              <c:pt idx="5261">
                <c:v>59.528</c:v>
              </c:pt>
              <c:pt idx="5262">
                <c:v>47.931</c:v>
              </c:pt>
              <c:pt idx="5263">
                <c:v>57.362</c:v>
              </c:pt>
              <c:pt idx="5264">
                <c:v>30.347</c:v>
              </c:pt>
              <c:pt idx="5265">
                <c:v>28.97</c:v>
              </c:pt>
              <c:pt idx="5266">
                <c:v>28.08</c:v>
              </c:pt>
              <c:pt idx="5267">
                <c:v>39.668</c:v>
              </c:pt>
              <c:pt idx="5268">
                <c:v>59.975</c:v>
              </c:pt>
              <c:pt idx="5269">
                <c:v>29.849</c:v>
              </c:pt>
              <c:pt idx="5270">
                <c:v>58.127</c:v>
              </c:pt>
              <c:pt idx="5271">
                <c:v>63.038</c:v>
              </c:pt>
              <c:pt idx="5272">
                <c:v>34.311</c:v>
              </c:pt>
              <c:pt idx="5273">
                <c:v>45.416</c:v>
              </c:pt>
              <c:pt idx="5274">
                <c:v>35.965</c:v>
              </c:pt>
              <c:pt idx="5275">
                <c:v>51.419</c:v>
              </c:pt>
              <c:pt idx="5276">
                <c:v>44.583</c:v>
              </c:pt>
              <c:pt idx="5277">
                <c:v>60.754</c:v>
              </c:pt>
              <c:pt idx="5278">
                <c:v>48.244</c:v>
              </c:pt>
              <c:pt idx="5279">
                <c:v>57.016</c:v>
              </c:pt>
              <c:pt idx="5280">
                <c:v>39.551</c:v>
              </c:pt>
              <c:pt idx="5281">
                <c:v>50.517</c:v>
              </c:pt>
              <c:pt idx="5282">
                <c:v>33.295</c:v>
              </c:pt>
              <c:pt idx="5283">
                <c:v>61.714</c:v>
              </c:pt>
              <c:pt idx="5284">
                <c:v>27.003</c:v>
              </c:pt>
              <c:pt idx="5285">
                <c:v>59.979</c:v>
              </c:pt>
              <c:pt idx="5286">
                <c:v>57.169</c:v>
              </c:pt>
              <c:pt idx="5287">
                <c:v>37.008</c:v>
              </c:pt>
              <c:pt idx="5288">
                <c:v>61.128</c:v>
              </c:pt>
              <c:pt idx="5289">
                <c:v>40.833</c:v>
              </c:pt>
              <c:pt idx="5290">
                <c:v>60.053</c:v>
              </c:pt>
              <c:pt idx="5291">
                <c:v>47.017</c:v>
              </c:pt>
              <c:pt idx="5292">
                <c:v>41.925</c:v>
              </c:pt>
              <c:pt idx="5293">
                <c:v>63.77</c:v>
              </c:pt>
              <c:pt idx="5294">
                <c:v>38.18</c:v>
              </c:pt>
              <c:pt idx="5295">
                <c:v>37.442</c:v>
              </c:pt>
              <c:pt idx="5296">
                <c:v>25.479</c:v>
              </c:pt>
              <c:pt idx="5297">
                <c:v>60.203</c:v>
              </c:pt>
              <c:pt idx="5298">
                <c:v>48.007</c:v>
              </c:pt>
              <c:pt idx="5299">
                <c:v>62.851</c:v>
              </c:pt>
              <c:pt idx="5300">
                <c:v>60.983</c:v>
              </c:pt>
              <c:pt idx="5301">
                <c:v>58.679</c:v>
              </c:pt>
              <c:pt idx="5302">
                <c:v>25.706</c:v>
              </c:pt>
              <c:pt idx="5303">
                <c:v>58.542</c:v>
              </c:pt>
              <c:pt idx="5304">
                <c:v>58.083</c:v>
              </c:pt>
              <c:pt idx="5305">
                <c:v>48.21</c:v>
              </c:pt>
              <c:pt idx="5306">
                <c:v>60.476</c:v>
              </c:pt>
              <c:pt idx="5307">
                <c:v>61.847</c:v>
              </c:pt>
              <c:pt idx="5308">
                <c:v>55.298</c:v>
              </c:pt>
              <c:pt idx="5309">
                <c:v>50.04</c:v>
              </c:pt>
              <c:pt idx="5310">
                <c:v>59.727</c:v>
              </c:pt>
              <c:pt idx="5311">
                <c:v>43.728</c:v>
              </c:pt>
              <c:pt idx="5312">
                <c:v>38.762</c:v>
              </c:pt>
              <c:pt idx="5313">
                <c:v>54.339</c:v>
              </c:pt>
              <c:pt idx="5314">
                <c:v>34.262</c:v>
              </c:pt>
              <c:pt idx="5315">
                <c:v>60.659</c:v>
              </c:pt>
              <c:pt idx="5316">
                <c:v>38.075</c:v>
              </c:pt>
              <c:pt idx="5317">
                <c:v>41.082</c:v>
              </c:pt>
              <c:pt idx="5318">
                <c:v>31.349</c:v>
              </c:pt>
              <c:pt idx="5319">
                <c:v>63.717</c:v>
              </c:pt>
              <c:pt idx="5320">
                <c:v>57.91</c:v>
              </c:pt>
              <c:pt idx="5321">
                <c:v>40.867</c:v>
              </c:pt>
              <c:pt idx="5322">
                <c:v>48.618</c:v>
              </c:pt>
              <c:pt idx="5323">
                <c:v>48.257</c:v>
              </c:pt>
              <c:pt idx="5324">
                <c:v>35.948</c:v>
              </c:pt>
              <c:pt idx="5325">
                <c:v>48.627</c:v>
              </c:pt>
              <c:pt idx="5326">
                <c:v>46.198</c:v>
              </c:pt>
              <c:pt idx="5327">
                <c:v>50.307</c:v>
              </c:pt>
              <c:pt idx="5328">
                <c:v>44.037</c:v>
              </c:pt>
              <c:pt idx="5329">
                <c:v>58.861</c:v>
              </c:pt>
              <c:pt idx="5330">
                <c:v>43.246</c:v>
              </c:pt>
              <c:pt idx="5331">
                <c:v>63.543</c:v>
              </c:pt>
              <c:pt idx="5332">
                <c:v>44.158</c:v>
              </c:pt>
              <c:pt idx="5333">
                <c:v>50.11</c:v>
              </c:pt>
              <c:pt idx="5334">
                <c:v>16.733</c:v>
              </c:pt>
              <c:pt idx="5335">
                <c:v>23.283</c:v>
              </c:pt>
              <c:pt idx="5336">
                <c:v>17.948</c:v>
              </c:pt>
              <c:pt idx="5337">
                <c:v>8.767</c:v>
              </c:pt>
              <c:pt idx="5338">
                <c:v>12.575</c:v>
              </c:pt>
              <c:pt idx="5339">
                <c:v>17.955</c:v>
              </c:pt>
              <c:pt idx="5340">
                <c:v>30.039</c:v>
              </c:pt>
              <c:pt idx="5341">
                <c:v>16.818</c:v>
              </c:pt>
              <c:pt idx="5342">
                <c:v>14.382</c:v>
              </c:pt>
              <c:pt idx="5343">
                <c:v>24.862</c:v>
              </c:pt>
              <c:pt idx="5344">
                <c:v>17.073</c:v>
              </c:pt>
              <c:pt idx="5345">
                <c:v>10.146</c:v>
              </c:pt>
              <c:pt idx="5346">
                <c:v>13.086</c:v>
              </c:pt>
              <c:pt idx="5347">
                <c:v>10.975</c:v>
              </c:pt>
              <c:pt idx="5348">
                <c:v>24.694</c:v>
              </c:pt>
              <c:pt idx="5349">
                <c:v>18.215</c:v>
              </c:pt>
              <c:pt idx="5350">
                <c:v>15.241</c:v>
              </c:pt>
              <c:pt idx="5351">
                <c:v>25.486</c:v>
              </c:pt>
              <c:pt idx="5352">
                <c:v>19.297</c:v>
              </c:pt>
              <c:pt idx="5353">
                <c:v>21.413</c:v>
              </c:pt>
              <c:pt idx="5354">
                <c:v>15.325</c:v>
              </c:pt>
              <c:pt idx="5355">
                <c:v>18.551</c:v>
              </c:pt>
              <c:pt idx="5356">
                <c:v>28.232</c:v>
              </c:pt>
              <c:pt idx="5357">
                <c:v>26.911</c:v>
              </c:pt>
              <c:pt idx="5358">
                <c:v>29.622</c:v>
              </c:pt>
              <c:pt idx="5359">
                <c:v>15.937</c:v>
              </c:pt>
              <c:pt idx="5360">
                <c:v>4.667</c:v>
              </c:pt>
              <c:pt idx="5361">
                <c:v>17.709</c:v>
              </c:pt>
              <c:pt idx="5362">
                <c:v>8.506</c:v>
              </c:pt>
              <c:pt idx="5363">
                <c:v>3.139</c:v>
              </c:pt>
              <c:pt idx="5364">
                <c:v>6.459</c:v>
              </c:pt>
              <c:pt idx="5365">
                <c:v>-7.778</c:v>
              </c:pt>
              <c:pt idx="5366">
                <c:v>13.003</c:v>
              </c:pt>
              <c:pt idx="5367">
                <c:v>10.436</c:v>
              </c:pt>
              <c:pt idx="5368">
                <c:v>15.382</c:v>
              </c:pt>
              <c:pt idx="5369">
                <c:v>-4.228</c:v>
              </c:pt>
              <c:pt idx="5370">
                <c:v>-1.31</c:v>
              </c:pt>
              <c:pt idx="5371">
                <c:v>-3.012</c:v>
              </c:pt>
              <c:pt idx="5372">
                <c:v>1.472</c:v>
              </c:pt>
              <c:pt idx="5373">
                <c:v>-3.108</c:v>
              </c:pt>
              <c:pt idx="5374">
                <c:v>11.341</c:v>
              </c:pt>
              <c:pt idx="5375">
                <c:v>-5.797</c:v>
              </c:pt>
              <c:pt idx="5376">
                <c:v>8.045</c:v>
              </c:pt>
              <c:pt idx="5377">
                <c:v>-6.789</c:v>
              </c:pt>
              <c:pt idx="5378">
                <c:v>8.571</c:v>
              </c:pt>
              <c:pt idx="5379">
                <c:v>-9.058</c:v>
              </c:pt>
              <c:pt idx="5380">
                <c:v>0.267</c:v>
              </c:pt>
              <c:pt idx="5381">
                <c:v>-8.216</c:v>
              </c:pt>
              <c:pt idx="5382">
                <c:v>6.779</c:v>
              </c:pt>
              <c:pt idx="5383">
                <c:v>17.558</c:v>
              </c:pt>
              <c:pt idx="5384">
                <c:v>11.65</c:v>
              </c:pt>
              <c:pt idx="5385">
                <c:v>-1.041</c:v>
              </c:pt>
              <c:pt idx="5386">
                <c:v>11.315</c:v>
              </c:pt>
              <c:pt idx="5387">
                <c:v>17</c:v>
              </c:pt>
              <c:pt idx="5388">
                <c:v>9.304</c:v>
              </c:pt>
              <c:pt idx="5389">
                <c:v>7.35</c:v>
              </c:pt>
              <c:pt idx="5390">
                <c:v>-3.67</c:v>
              </c:pt>
              <c:pt idx="5391">
                <c:v>-2.352</c:v>
              </c:pt>
              <c:pt idx="5392">
                <c:v>-9.585</c:v>
              </c:pt>
              <c:pt idx="5393">
                <c:v>-6.022</c:v>
              </c:pt>
              <c:pt idx="5394">
                <c:v>1.327</c:v>
              </c:pt>
              <c:pt idx="5395">
                <c:v>12.418</c:v>
              </c:pt>
              <c:pt idx="5396">
                <c:v>9.786</c:v>
              </c:pt>
              <c:pt idx="5397">
                <c:v>-2.984</c:v>
              </c:pt>
              <c:pt idx="5398">
                <c:v>-3.475</c:v>
              </c:pt>
              <c:pt idx="5399">
                <c:v>-8.054</c:v>
              </c:pt>
              <c:pt idx="5400">
                <c:v>-5.654</c:v>
              </c:pt>
              <c:pt idx="5401">
                <c:v>-5.947</c:v>
              </c:pt>
              <c:pt idx="5402">
                <c:v>11.211</c:v>
              </c:pt>
              <c:pt idx="5403">
                <c:v>-5.498</c:v>
              </c:pt>
              <c:pt idx="5404">
                <c:v>3.988</c:v>
              </c:pt>
              <c:pt idx="5405">
                <c:v>10.229</c:v>
              </c:pt>
              <c:pt idx="5406">
                <c:v>0.279</c:v>
              </c:pt>
              <c:pt idx="5407">
                <c:v>9.407</c:v>
              </c:pt>
              <c:pt idx="5408">
                <c:v>1.164</c:v>
              </c:pt>
              <c:pt idx="5409">
                <c:v>-4.721</c:v>
              </c:pt>
              <c:pt idx="5410">
                <c:v>17.756</c:v>
              </c:pt>
              <c:pt idx="5411">
                <c:v>13.188</c:v>
              </c:pt>
              <c:pt idx="5412">
                <c:v>-5.426</c:v>
              </c:pt>
              <c:pt idx="5413">
                <c:v>-8.161</c:v>
              </c:pt>
              <c:pt idx="5414">
                <c:v>8.205</c:v>
              </c:pt>
              <c:pt idx="5415">
                <c:v>0.709</c:v>
              </c:pt>
              <c:pt idx="5416">
                <c:v>18.281</c:v>
              </c:pt>
              <c:pt idx="5417">
                <c:v>10.352</c:v>
              </c:pt>
              <c:pt idx="5418">
                <c:v>10.471</c:v>
              </c:pt>
              <c:pt idx="5419">
                <c:v>-114.398</c:v>
              </c:pt>
              <c:pt idx="5420">
                <c:v>85.522</c:v>
              </c:pt>
              <c:pt idx="5421">
                <c:v>81.923</c:v>
              </c:pt>
              <c:pt idx="5422">
                <c:v>102.337</c:v>
              </c:pt>
              <c:pt idx="5423">
                <c:v>95.633</c:v>
              </c:pt>
              <c:pt idx="5424">
                <c:v>97.607</c:v>
              </c:pt>
              <c:pt idx="5425">
                <c:v>87.952</c:v>
              </c:pt>
              <c:pt idx="5426">
                <c:v>114.386</c:v>
              </c:pt>
              <c:pt idx="5427">
                <c:v>107.61</c:v>
              </c:pt>
              <c:pt idx="5428">
                <c:v>104.194</c:v>
              </c:pt>
              <c:pt idx="5429">
                <c:v>92.65</c:v>
              </c:pt>
              <c:pt idx="5430">
                <c:v>96.996</c:v>
              </c:pt>
              <c:pt idx="5431">
                <c:v>112.932</c:v>
              </c:pt>
              <c:pt idx="5432">
                <c:v>92.516</c:v>
              </c:pt>
              <c:pt idx="5433">
                <c:v>89.664</c:v>
              </c:pt>
              <c:pt idx="5434">
                <c:v>90.054</c:v>
              </c:pt>
              <c:pt idx="5435">
                <c:v>107.408</c:v>
              </c:pt>
              <c:pt idx="5436">
                <c:v>106.017</c:v>
              </c:pt>
              <c:pt idx="5437">
                <c:v>94.865</c:v>
              </c:pt>
              <c:pt idx="5438">
                <c:v>91.434</c:v>
              </c:pt>
              <c:pt idx="5439">
                <c:v>98.299</c:v>
              </c:pt>
              <c:pt idx="5440">
                <c:v>96.467</c:v>
              </c:pt>
              <c:pt idx="5441">
                <c:v>99.751</c:v>
              </c:pt>
              <c:pt idx="5442">
                <c:v>105.316</c:v>
              </c:pt>
              <c:pt idx="5443">
                <c:v>108.82</c:v>
              </c:pt>
              <c:pt idx="5444">
                <c:v>101.569</c:v>
              </c:pt>
              <c:pt idx="5445">
                <c:v>103.717</c:v>
              </c:pt>
              <c:pt idx="5446">
                <c:v>84.297</c:v>
              </c:pt>
              <c:pt idx="5447">
                <c:v>111.788</c:v>
              </c:pt>
              <c:pt idx="5448">
                <c:v>86.914</c:v>
              </c:pt>
              <c:pt idx="5449">
                <c:v>108.066</c:v>
              </c:pt>
              <c:pt idx="5450">
                <c:v>99.333</c:v>
              </c:pt>
              <c:pt idx="5451">
                <c:v>83.956</c:v>
              </c:pt>
              <c:pt idx="5452">
                <c:v>108.447</c:v>
              </c:pt>
              <c:pt idx="5453">
                <c:v>87.799</c:v>
              </c:pt>
              <c:pt idx="5454">
                <c:v>88.441</c:v>
              </c:pt>
              <c:pt idx="5455">
                <c:v>110.763</c:v>
              </c:pt>
              <c:pt idx="5456">
                <c:v>93.518</c:v>
              </c:pt>
              <c:pt idx="5457">
                <c:v>88.066</c:v>
              </c:pt>
              <c:pt idx="5458">
                <c:v>93.021</c:v>
              </c:pt>
              <c:pt idx="5459">
                <c:v>81.564</c:v>
              </c:pt>
              <c:pt idx="5460">
                <c:v>103.777</c:v>
              </c:pt>
              <c:pt idx="5461">
                <c:v>107.254</c:v>
              </c:pt>
              <c:pt idx="5462">
                <c:v>109.966</c:v>
              </c:pt>
              <c:pt idx="5463">
                <c:v>96.962</c:v>
              </c:pt>
              <c:pt idx="5464">
                <c:v>110.193</c:v>
              </c:pt>
              <c:pt idx="5465">
                <c:v>82.345</c:v>
              </c:pt>
              <c:pt idx="5466">
                <c:v>96.296</c:v>
              </c:pt>
              <c:pt idx="5467">
                <c:v>82.326</c:v>
              </c:pt>
              <c:pt idx="5468">
                <c:v>84.233</c:v>
              </c:pt>
              <c:pt idx="5469">
                <c:v>80.694</c:v>
              </c:pt>
              <c:pt idx="5470">
                <c:v>86.67</c:v>
              </c:pt>
              <c:pt idx="5471">
                <c:v>91.354</c:v>
              </c:pt>
              <c:pt idx="5472">
                <c:v>83.013</c:v>
              </c:pt>
              <c:pt idx="5473">
                <c:v>85.738</c:v>
              </c:pt>
              <c:pt idx="5474">
                <c:v>111.096</c:v>
              </c:pt>
              <c:pt idx="5475">
                <c:v>85.717</c:v>
              </c:pt>
              <c:pt idx="5476">
                <c:v>98.948</c:v>
              </c:pt>
              <c:pt idx="5477">
                <c:v>96.447</c:v>
              </c:pt>
              <c:pt idx="5478">
                <c:v>81.433</c:v>
              </c:pt>
              <c:pt idx="5479">
                <c:v>83.568</c:v>
              </c:pt>
              <c:pt idx="5480">
                <c:v>96.357</c:v>
              </c:pt>
              <c:pt idx="5481">
                <c:v>80.584</c:v>
              </c:pt>
              <c:pt idx="5482">
                <c:v>112.514</c:v>
              </c:pt>
              <c:pt idx="5483">
                <c:v>92.692</c:v>
              </c:pt>
              <c:pt idx="5484">
                <c:v>92.427</c:v>
              </c:pt>
              <c:pt idx="5485">
                <c:v>92.924</c:v>
              </c:pt>
              <c:pt idx="5486">
                <c:v>96.128</c:v>
              </c:pt>
              <c:pt idx="5487">
                <c:v>96.021</c:v>
              </c:pt>
              <c:pt idx="5488">
                <c:v>102.343</c:v>
              </c:pt>
              <c:pt idx="5489">
                <c:v>110.83</c:v>
              </c:pt>
              <c:pt idx="5490">
                <c:v>82.524</c:v>
              </c:pt>
              <c:pt idx="5491">
                <c:v>-81.006</c:v>
              </c:pt>
              <c:pt idx="5492">
                <c:v>-55.547</c:v>
              </c:pt>
              <c:pt idx="5493">
                <c:v>-79.602</c:v>
              </c:pt>
              <c:pt idx="5494">
                <c:v>-72.025</c:v>
              </c:pt>
              <c:pt idx="5495">
                <c:v>-153.191</c:v>
              </c:pt>
              <c:pt idx="5496">
                <c:v>-33.725</c:v>
              </c:pt>
              <c:pt idx="5497">
                <c:v>-71.911</c:v>
              </c:pt>
              <c:pt idx="5498">
                <c:v>-68.36</c:v>
              </c:pt>
              <c:pt idx="5499">
                <c:v>-117.995</c:v>
              </c:pt>
            </c:numLit>
          </c:yVal>
        </c:ser>
        <c:ser>
          <c:idx val="1"/>
          <c:order val="1"/>
          <c:tx>
            <c:v>训练点（每4点抽1）</c:v>
          </c:tx>
          <c:spPr>
            <a:solidFill xmlns:a="http://schemas.openxmlformats.org/drawingml/2006/main">
              <a:srgbClr val="1473E6"/>
            </a:solidFill>
            <a:ln xmlns:a="http://schemas.openxmlformats.org/drawingml/2006/main" w="0">
              <a:solidFill>
                <a:srgbClr val="1473E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1473E6"/>
              </a:solidFill>
            </c:spPr>
          </c:marker>
          <c:xVal>
            <c:numLit>
              <c:formatCode>General</c:formatCode>
              <c:ptCount val="500"/>
              <c:pt idx="0">
                <c:v>210.9672</c:v>
              </c:pt>
              <c:pt idx="1">
                <c:v>217.7125</c:v>
              </c:pt>
              <c:pt idx="2">
                <c:v>92.3908</c:v>
              </c:pt>
              <c:pt idx="3">
                <c:v>155.7726</c:v>
              </c:pt>
              <c:pt idx="4">
                <c:v>81.8737</c:v>
              </c:pt>
              <c:pt idx="5">
                <c:v>153.4233</c:v>
              </c:pt>
              <c:pt idx="6">
                <c:v>114.8588</c:v>
              </c:pt>
              <c:pt idx="7">
                <c:v>55.0378</c:v>
              </c:pt>
              <c:pt idx="8">
                <c:v>126.249</c:v>
              </c:pt>
              <c:pt idx="9">
                <c:v>208.4176</c:v>
              </c:pt>
              <c:pt idx="10">
                <c:v>101.0944</c:v>
              </c:pt>
              <c:pt idx="11">
                <c:v>58.0603</c:v>
              </c:pt>
              <c:pt idx="12">
                <c:v>197.6741</c:v>
              </c:pt>
              <c:pt idx="13">
                <c:v>150.811</c:v>
              </c:pt>
              <c:pt idx="14">
                <c:v>121.4706</c:v>
              </c:pt>
              <c:pt idx="15">
                <c:v>124.9569</c:v>
              </c:pt>
              <c:pt idx="16">
                <c:v>105.219</c:v>
              </c:pt>
              <c:pt idx="17">
                <c:v>127.0364</c:v>
              </c:pt>
              <c:pt idx="18">
                <c:v>54.4745</c:v>
              </c:pt>
              <c:pt idx="19">
                <c:v>225.749</c:v>
              </c:pt>
              <c:pt idx="20">
                <c:v>196.6553</c:v>
              </c:pt>
              <c:pt idx="21">
                <c:v>84.9143</c:v>
              </c:pt>
              <c:pt idx="22">
                <c:v>224.3159</c:v>
              </c:pt>
              <c:pt idx="23">
                <c:v>102.892</c:v>
              </c:pt>
              <c:pt idx="24">
                <c:v>231.9332</c:v>
              </c:pt>
              <c:pt idx="25">
                <c:v>249.2648</c:v>
              </c:pt>
              <c:pt idx="26">
                <c:v>135.6708</c:v>
              </c:pt>
              <c:pt idx="27">
                <c:v>64.5156</c:v>
              </c:pt>
              <c:pt idx="28">
                <c:v>191.1637</c:v>
              </c:pt>
              <c:pt idx="29">
                <c:v>191.4138</c:v>
              </c:pt>
              <c:pt idx="30">
                <c:v>122.8686</c:v>
              </c:pt>
              <c:pt idx="31">
                <c:v>141.1536</c:v>
              </c:pt>
              <c:pt idx="32">
                <c:v>120.8929</c:v>
              </c:pt>
              <c:pt idx="33">
                <c:v>200.7729</c:v>
              </c:pt>
              <c:pt idx="34">
                <c:v>95.4223</c:v>
              </c:pt>
              <c:pt idx="35">
                <c:v>114.0306</c:v>
              </c:pt>
              <c:pt idx="36">
                <c:v>167.2872</c:v>
              </c:pt>
              <c:pt idx="37">
                <c:v>166.8206</c:v>
              </c:pt>
              <c:pt idx="38">
                <c:v>99.7398</c:v>
              </c:pt>
              <c:pt idx="39">
                <c:v>228.8283</c:v>
              </c:pt>
              <c:pt idx="40">
                <c:v>146.0265</c:v>
              </c:pt>
              <c:pt idx="41">
                <c:v>184.0913</c:v>
              </c:pt>
              <c:pt idx="42">
                <c:v>149.755</c:v>
              </c:pt>
              <c:pt idx="43">
                <c:v>177.935</c:v>
              </c:pt>
              <c:pt idx="44">
                <c:v>209.1198</c:v>
              </c:pt>
              <c:pt idx="45">
                <c:v>173.5788</c:v>
              </c:pt>
              <c:pt idx="46">
                <c:v>154.4703</c:v>
              </c:pt>
              <c:pt idx="47">
                <c:v>116.4568</c:v>
              </c:pt>
              <c:pt idx="48">
                <c:v>244.9125</c:v>
              </c:pt>
              <c:pt idx="49">
                <c:v>195.8487</c:v>
              </c:pt>
              <c:pt idx="50">
                <c:v>146.798</c:v>
              </c:pt>
              <c:pt idx="51">
                <c:v>93.9493</c:v>
              </c:pt>
              <c:pt idx="52">
                <c:v>160.2753</c:v>
              </c:pt>
              <c:pt idx="53">
                <c:v>129.64</c:v>
              </c:pt>
              <c:pt idx="54">
                <c:v>98.6342</c:v>
              </c:pt>
              <c:pt idx="55">
                <c:v>135.2552</c:v>
              </c:pt>
              <c:pt idx="56">
                <c:v>173.4275</c:v>
              </c:pt>
              <c:pt idx="57">
                <c:v>81.7888</c:v>
              </c:pt>
              <c:pt idx="58">
                <c:v>247.7017</c:v>
              </c:pt>
              <c:pt idx="59">
                <c:v>148.9081</c:v>
              </c:pt>
              <c:pt idx="60">
                <c:v>129.3231</c:v>
              </c:pt>
              <c:pt idx="61">
                <c:v>104.847</c:v>
              </c:pt>
              <c:pt idx="62">
                <c:v>204.5388</c:v>
              </c:pt>
              <c:pt idx="63">
                <c:v>163.229</c:v>
              </c:pt>
              <c:pt idx="64">
                <c:v>212.7301</c:v>
              </c:pt>
              <c:pt idx="65">
                <c:v>59.6824</c:v>
              </c:pt>
              <c:pt idx="66">
                <c:v>202.4792</c:v>
              </c:pt>
              <c:pt idx="67">
                <c:v>174.4622</c:v>
              </c:pt>
              <c:pt idx="68">
                <c:v>235.5054</c:v>
              </c:pt>
              <c:pt idx="69">
                <c:v>152.0093</c:v>
              </c:pt>
              <c:pt idx="70">
                <c:v>82.3475</c:v>
              </c:pt>
              <c:pt idx="71">
                <c:v>76.7181</c:v>
              </c:pt>
              <c:pt idx="72">
                <c:v>137.2802</c:v>
              </c:pt>
              <c:pt idx="73">
                <c:v>62.0394</c:v>
              </c:pt>
              <c:pt idx="74">
                <c:v>82.4247</c:v>
              </c:pt>
              <c:pt idx="75">
                <c:v>229.9447</c:v>
              </c:pt>
              <c:pt idx="76">
                <c:v>235.813</c:v>
              </c:pt>
              <c:pt idx="77">
                <c:v>54.5352</c:v>
              </c:pt>
              <c:pt idx="78">
                <c:v>168.8016</c:v>
              </c:pt>
              <c:pt idx="79">
                <c:v>164.0806</c:v>
              </c:pt>
              <c:pt idx="80">
                <c:v>181.2523</c:v>
              </c:pt>
              <c:pt idx="81">
                <c:v>131.3286</c:v>
              </c:pt>
              <c:pt idx="82">
                <c:v>169.6285</c:v>
              </c:pt>
              <c:pt idx="83">
                <c:v>214.2815</c:v>
              </c:pt>
              <c:pt idx="84">
                <c:v>82.3355</c:v>
              </c:pt>
              <c:pt idx="85">
                <c:v>208.5665</c:v>
              </c:pt>
              <c:pt idx="86">
                <c:v>188.7889</c:v>
              </c:pt>
              <c:pt idx="87">
                <c:v>160.7851</c:v>
              </c:pt>
              <c:pt idx="88">
                <c:v>57.9501</c:v>
              </c:pt>
              <c:pt idx="89">
                <c:v>158.3271</c:v>
              </c:pt>
              <c:pt idx="90">
                <c:v>211.8716</c:v>
              </c:pt>
              <c:pt idx="91">
                <c:v>157.515</c:v>
              </c:pt>
              <c:pt idx="92">
                <c:v>221.1556</c:v>
              </c:pt>
              <c:pt idx="93">
                <c:v>234.7985</c:v>
              </c:pt>
              <c:pt idx="94">
                <c:v>193.1782</c:v>
              </c:pt>
              <c:pt idx="95">
                <c:v>66.5502</c:v>
              </c:pt>
              <c:pt idx="96">
                <c:v>225.8147</c:v>
              </c:pt>
              <c:pt idx="97">
                <c:v>57.2244</c:v>
              </c:pt>
              <c:pt idx="98">
                <c:v>61.1806</c:v>
              </c:pt>
              <c:pt idx="99">
                <c:v>129.0105</c:v>
              </c:pt>
              <c:pt idx="100">
                <c:v>116.6496</c:v>
              </c:pt>
              <c:pt idx="101">
                <c:v>73.772</c:v>
              </c:pt>
              <c:pt idx="102">
                <c:v>217.3221</c:v>
              </c:pt>
              <c:pt idx="103">
                <c:v>151.5391</c:v>
              </c:pt>
              <c:pt idx="104">
                <c:v>52.705</c:v>
              </c:pt>
              <c:pt idx="105">
                <c:v>64.0363</c:v>
              </c:pt>
              <c:pt idx="106">
                <c:v>101.1319</c:v>
              </c:pt>
              <c:pt idx="107">
                <c:v>146.0063</c:v>
              </c:pt>
              <c:pt idx="108">
                <c:v>55.4197</c:v>
              </c:pt>
              <c:pt idx="109">
                <c:v>142.787</c:v>
              </c:pt>
              <c:pt idx="110">
                <c:v>112.4261</c:v>
              </c:pt>
              <c:pt idx="111">
                <c:v>201.2122</c:v>
              </c:pt>
              <c:pt idx="112">
                <c:v>218.8844</c:v>
              </c:pt>
              <c:pt idx="113">
                <c:v>170.8982</c:v>
              </c:pt>
              <c:pt idx="114">
                <c:v>107.5062</c:v>
              </c:pt>
              <c:pt idx="115">
                <c:v>95.9172</c:v>
              </c:pt>
              <c:pt idx="116">
                <c:v>181.678</c:v>
              </c:pt>
              <c:pt idx="117">
                <c:v>54.5991</c:v>
              </c:pt>
              <c:pt idx="118">
                <c:v>155.4764</c:v>
              </c:pt>
              <c:pt idx="119">
                <c:v>155.6366</c:v>
              </c:pt>
              <c:pt idx="120">
                <c:v>193.7129</c:v>
              </c:pt>
              <c:pt idx="121">
                <c:v>172.6014</c:v>
              </c:pt>
              <c:pt idx="122">
                <c:v>61.9697</c:v>
              </c:pt>
              <c:pt idx="123">
                <c:v>92.4713</c:v>
              </c:pt>
              <c:pt idx="124">
                <c:v>113.8737</c:v>
              </c:pt>
              <c:pt idx="125">
                <c:v>200.2334</c:v>
              </c:pt>
              <c:pt idx="126">
                <c:v>132.4158</c:v>
              </c:pt>
              <c:pt idx="127">
                <c:v>129.5185</c:v>
              </c:pt>
              <c:pt idx="128">
                <c:v>145.336</c:v>
              </c:pt>
              <c:pt idx="129">
                <c:v>75.515</c:v>
              </c:pt>
              <c:pt idx="130">
                <c:v>76.0139</c:v>
              </c:pt>
              <c:pt idx="131">
                <c:v>91.9558</c:v>
              </c:pt>
              <c:pt idx="132">
                <c:v>217.7834</c:v>
              </c:pt>
              <c:pt idx="133">
                <c:v>99.1255</c:v>
              </c:pt>
              <c:pt idx="134">
                <c:v>169.4498</c:v>
              </c:pt>
              <c:pt idx="135">
                <c:v>70.09</c:v>
              </c:pt>
              <c:pt idx="136">
                <c:v>204.8407</c:v>
              </c:pt>
              <c:pt idx="137">
                <c:v>107.6935</c:v>
              </c:pt>
              <c:pt idx="138">
                <c:v>205.1915</c:v>
              </c:pt>
              <c:pt idx="139">
                <c:v>106.2805</c:v>
              </c:pt>
              <c:pt idx="140">
                <c:v>197.7314</c:v>
              </c:pt>
              <c:pt idx="141">
                <c:v>229.2847</c:v>
              </c:pt>
              <c:pt idx="142">
                <c:v>235.9641</c:v>
              </c:pt>
              <c:pt idx="143">
                <c:v>244.9204</c:v>
              </c:pt>
              <c:pt idx="144">
                <c:v>165.4675</c:v>
              </c:pt>
              <c:pt idx="145">
                <c:v>209.457</c:v>
              </c:pt>
              <c:pt idx="146">
                <c:v>111.6575</c:v>
              </c:pt>
              <c:pt idx="147">
                <c:v>150.8718</c:v>
              </c:pt>
              <c:pt idx="148">
                <c:v>61.6369</c:v>
              </c:pt>
              <c:pt idx="149">
                <c:v>217.2438</c:v>
              </c:pt>
              <c:pt idx="150">
                <c:v>164.4131</c:v>
              </c:pt>
              <c:pt idx="151">
                <c:v>159.8584</c:v>
              </c:pt>
              <c:pt idx="152">
                <c:v>100.0349</c:v>
              </c:pt>
              <c:pt idx="153">
                <c:v>121.793</c:v>
              </c:pt>
              <c:pt idx="154">
                <c:v>50.8437</c:v>
              </c:pt>
              <c:pt idx="155">
                <c:v>98.8117</c:v>
              </c:pt>
              <c:pt idx="156">
                <c:v>115.5058</c:v>
              </c:pt>
              <c:pt idx="157">
                <c:v>89.277</c:v>
              </c:pt>
              <c:pt idx="158">
                <c:v>96.3361</c:v>
              </c:pt>
              <c:pt idx="159">
                <c:v>77.3126</c:v>
              </c:pt>
              <c:pt idx="160">
                <c:v>57.4756</c:v>
              </c:pt>
              <c:pt idx="161">
                <c:v>218.8806</c:v>
              </c:pt>
              <c:pt idx="162">
                <c:v>144.1958</c:v>
              </c:pt>
              <c:pt idx="163">
                <c:v>224.3855</c:v>
              </c:pt>
              <c:pt idx="164">
                <c:v>126.5775</c:v>
              </c:pt>
              <c:pt idx="165">
                <c:v>90.4023</c:v>
              </c:pt>
              <c:pt idx="166">
                <c:v>72.7664</c:v>
              </c:pt>
              <c:pt idx="167">
                <c:v>226.5183</c:v>
              </c:pt>
              <c:pt idx="168">
                <c:v>196.0707</c:v>
              </c:pt>
              <c:pt idx="169">
                <c:v>122.2168</c:v>
              </c:pt>
              <c:pt idx="170">
                <c:v>141.3667</c:v>
              </c:pt>
              <c:pt idx="171">
                <c:v>71.8093</c:v>
              </c:pt>
              <c:pt idx="172">
                <c:v>144.7973</c:v>
              </c:pt>
              <c:pt idx="173">
                <c:v>225.7187</c:v>
              </c:pt>
              <c:pt idx="174">
                <c:v>106.6672</c:v>
              </c:pt>
              <c:pt idx="175">
                <c:v>176.0113</c:v>
              </c:pt>
              <c:pt idx="176">
                <c:v>57.5319</c:v>
              </c:pt>
              <c:pt idx="177">
                <c:v>176.6008</c:v>
              </c:pt>
              <c:pt idx="178">
                <c:v>181.5228</c:v>
              </c:pt>
              <c:pt idx="179">
                <c:v>64.7671</c:v>
              </c:pt>
              <c:pt idx="180">
                <c:v>68.676</c:v>
              </c:pt>
              <c:pt idx="181">
                <c:v>178.8151</c:v>
              </c:pt>
              <c:pt idx="182">
                <c:v>229.0451</c:v>
              </c:pt>
              <c:pt idx="183">
                <c:v>101.0666</c:v>
              </c:pt>
              <c:pt idx="184">
                <c:v>78.8142</c:v>
              </c:pt>
              <c:pt idx="185">
                <c:v>237.4104</c:v>
              </c:pt>
              <c:pt idx="186">
                <c:v>192.2951</c:v>
              </c:pt>
              <c:pt idx="187">
                <c:v>163.5372</c:v>
              </c:pt>
              <c:pt idx="188">
                <c:v>68.7631</c:v>
              </c:pt>
              <c:pt idx="189">
                <c:v>212.3605</c:v>
              </c:pt>
              <c:pt idx="190">
                <c:v>235.1295</c:v>
              </c:pt>
              <c:pt idx="191">
                <c:v>115.1476</c:v>
              </c:pt>
              <c:pt idx="192">
                <c:v>208.2757</c:v>
              </c:pt>
              <c:pt idx="193">
                <c:v>71.2028</c:v>
              </c:pt>
              <c:pt idx="194">
                <c:v>117.7972</c:v>
              </c:pt>
              <c:pt idx="195">
                <c:v>80.2442</c:v>
              </c:pt>
              <c:pt idx="196">
                <c:v>117.1981</c:v>
              </c:pt>
              <c:pt idx="197">
                <c:v>152.9987</c:v>
              </c:pt>
              <c:pt idx="198">
                <c:v>128.3387</c:v>
              </c:pt>
              <c:pt idx="199">
                <c:v>182.3051</c:v>
              </c:pt>
              <c:pt idx="200">
                <c:v>183.907</c:v>
              </c:pt>
              <c:pt idx="201">
                <c:v>214.1834</c:v>
              </c:pt>
              <c:pt idx="202">
                <c:v>207.4105</c:v>
              </c:pt>
              <c:pt idx="203">
                <c:v>128.1835</c:v>
              </c:pt>
              <c:pt idx="204">
                <c:v>127.0682</c:v>
              </c:pt>
              <c:pt idx="205">
                <c:v>227.9812</c:v>
              </c:pt>
              <c:pt idx="206">
                <c:v>159.9005</c:v>
              </c:pt>
              <c:pt idx="207">
                <c:v>176.0643</c:v>
              </c:pt>
              <c:pt idx="208">
                <c:v>51.6123</c:v>
              </c:pt>
              <c:pt idx="209">
                <c:v>93.6492</c:v>
              </c:pt>
              <c:pt idx="210">
                <c:v>123.908</c:v>
              </c:pt>
              <c:pt idx="211">
                <c:v>174.7775</c:v>
              </c:pt>
              <c:pt idx="212">
                <c:v>207.5899</c:v>
              </c:pt>
              <c:pt idx="213">
                <c:v>80.2316</c:v>
              </c:pt>
              <c:pt idx="214">
                <c:v>106.45</c:v>
              </c:pt>
              <c:pt idx="215">
                <c:v>106.3849</c:v>
              </c:pt>
              <c:pt idx="216">
                <c:v>242.1422</c:v>
              </c:pt>
              <c:pt idx="217">
                <c:v>143.8843</c:v>
              </c:pt>
              <c:pt idx="218">
                <c:v>114.8658</c:v>
              </c:pt>
              <c:pt idx="219">
                <c:v>88.8505</c:v>
              </c:pt>
              <c:pt idx="220">
                <c:v>133.3894</c:v>
              </c:pt>
              <c:pt idx="221">
                <c:v>129.116</c:v>
              </c:pt>
              <c:pt idx="222">
                <c:v>113.1414</c:v>
              </c:pt>
              <c:pt idx="223">
                <c:v>148.7012</c:v>
              </c:pt>
              <c:pt idx="224">
                <c:v>139.6484</c:v>
              </c:pt>
              <c:pt idx="225">
                <c:v>83.6656</c:v>
              </c:pt>
              <c:pt idx="226">
                <c:v>194.0681</c:v>
              </c:pt>
              <c:pt idx="227">
                <c:v>87.9009</c:v>
              </c:pt>
              <c:pt idx="228">
                <c:v>142.8518</c:v>
              </c:pt>
              <c:pt idx="229">
                <c:v>165.5411</c:v>
              </c:pt>
              <c:pt idx="230">
                <c:v>166.6937</c:v>
              </c:pt>
              <c:pt idx="231">
                <c:v>204.7257</c:v>
              </c:pt>
              <c:pt idx="232">
                <c:v>148.653</c:v>
              </c:pt>
              <c:pt idx="233">
                <c:v>171.372</c:v>
              </c:pt>
              <c:pt idx="234">
                <c:v>210.2236</c:v>
              </c:pt>
              <c:pt idx="235">
                <c:v>125.5063</c:v>
              </c:pt>
              <c:pt idx="236">
                <c:v>221.0707</c:v>
              </c:pt>
              <c:pt idx="237">
                <c:v>58.2669</c:v>
              </c:pt>
              <c:pt idx="238">
                <c:v>233.5944</c:v>
              </c:pt>
              <c:pt idx="239">
                <c:v>246.9988</c:v>
              </c:pt>
              <c:pt idx="240">
                <c:v>169.7003</c:v>
              </c:pt>
              <c:pt idx="241">
                <c:v>201.3032</c:v>
              </c:pt>
              <c:pt idx="242">
                <c:v>213.9434</c:v>
              </c:pt>
              <c:pt idx="243">
                <c:v>130.8199</c:v>
              </c:pt>
              <c:pt idx="244">
                <c:v>107.5069</c:v>
              </c:pt>
              <c:pt idx="245">
                <c:v>100.8384</c:v>
              </c:pt>
              <c:pt idx="246">
                <c:v>107.7323</c:v>
              </c:pt>
              <c:pt idx="247">
                <c:v>157.2891</c:v>
              </c:pt>
              <c:pt idx="248">
                <c:v>83.1372</c:v>
              </c:pt>
              <c:pt idx="249">
                <c:v>110.6604</c:v>
              </c:pt>
              <c:pt idx="250">
                <c:v>85.7961</c:v>
              </c:pt>
              <c:pt idx="251">
                <c:v>90.819</c:v>
              </c:pt>
              <c:pt idx="252">
                <c:v>147.4372</c:v>
              </c:pt>
              <c:pt idx="253">
                <c:v>201.6332</c:v>
              </c:pt>
              <c:pt idx="254">
                <c:v>146.5117</c:v>
              </c:pt>
              <c:pt idx="255">
                <c:v>144.6706</c:v>
              </c:pt>
              <c:pt idx="256">
                <c:v>112.9898</c:v>
              </c:pt>
              <c:pt idx="257">
                <c:v>233.2744</c:v>
              </c:pt>
              <c:pt idx="258">
                <c:v>114.6657</c:v>
              </c:pt>
              <c:pt idx="259">
                <c:v>198.7774</c:v>
              </c:pt>
              <c:pt idx="260">
                <c:v>72.8973</c:v>
              </c:pt>
              <c:pt idx="261">
                <c:v>106.8544</c:v>
              </c:pt>
              <c:pt idx="262">
                <c:v>68.5076</c:v>
              </c:pt>
              <c:pt idx="263">
                <c:v>63.391</c:v>
              </c:pt>
              <c:pt idx="264">
                <c:v>128.814</c:v>
              </c:pt>
              <c:pt idx="265">
                <c:v>244.3389</c:v>
              </c:pt>
              <c:pt idx="266">
                <c:v>121.8257</c:v>
              </c:pt>
              <c:pt idx="267">
                <c:v>232.6291</c:v>
              </c:pt>
              <c:pt idx="268">
                <c:v>207.0697</c:v>
              </c:pt>
              <c:pt idx="269">
                <c:v>86.2319</c:v>
              </c:pt>
              <c:pt idx="270">
                <c:v>77.5659</c:v>
              </c:pt>
              <c:pt idx="271">
                <c:v>103.0192</c:v>
              </c:pt>
              <c:pt idx="272">
                <c:v>214.2005</c:v>
              </c:pt>
              <c:pt idx="273">
                <c:v>112.4658</c:v>
              </c:pt>
              <c:pt idx="274">
                <c:v>91.4703</c:v>
              </c:pt>
              <c:pt idx="275">
                <c:v>78.0414</c:v>
              </c:pt>
              <c:pt idx="276">
                <c:v>163.6237</c:v>
              </c:pt>
              <c:pt idx="277">
                <c:v>200.6334</c:v>
              </c:pt>
              <c:pt idx="278">
                <c:v>65.15</c:v>
              </c:pt>
              <c:pt idx="279">
                <c:v>216.3506</c:v>
              </c:pt>
              <c:pt idx="280">
                <c:v>74.0618</c:v>
              </c:pt>
              <c:pt idx="281">
                <c:v>145.3693</c:v>
              </c:pt>
              <c:pt idx="282">
                <c:v>239.2269</c:v>
              </c:pt>
              <c:pt idx="283">
                <c:v>150.6926</c:v>
              </c:pt>
              <c:pt idx="284">
                <c:v>222.0151</c:v>
              </c:pt>
              <c:pt idx="285">
                <c:v>92.0044</c:v>
              </c:pt>
              <c:pt idx="286">
                <c:v>118.0456</c:v>
              </c:pt>
              <c:pt idx="287">
                <c:v>117.7322</c:v>
              </c:pt>
              <c:pt idx="288">
                <c:v>238.7022</c:v>
              </c:pt>
              <c:pt idx="289">
                <c:v>144.3494</c:v>
              </c:pt>
              <c:pt idx="290">
                <c:v>216.6054</c:v>
              </c:pt>
              <c:pt idx="291">
                <c:v>82.7077</c:v>
              </c:pt>
              <c:pt idx="292">
                <c:v>78.3615</c:v>
              </c:pt>
              <c:pt idx="293">
                <c:v>151.8671</c:v>
              </c:pt>
              <c:pt idx="294">
                <c:v>212.6711</c:v>
              </c:pt>
              <c:pt idx="295">
                <c:v>90.007</c:v>
              </c:pt>
              <c:pt idx="296">
                <c:v>222.1801</c:v>
              </c:pt>
              <c:pt idx="297">
                <c:v>182.147</c:v>
              </c:pt>
              <c:pt idx="298">
                <c:v>110.1506</c:v>
              </c:pt>
              <c:pt idx="299">
                <c:v>223.6228</c:v>
              </c:pt>
              <c:pt idx="300">
                <c:v>243.9356</c:v>
              </c:pt>
              <c:pt idx="301">
                <c:v>181.9053</c:v>
              </c:pt>
              <c:pt idx="302">
                <c:v>85.7138</c:v>
              </c:pt>
              <c:pt idx="303">
                <c:v>235.1272</c:v>
              </c:pt>
              <c:pt idx="304">
                <c:v>67.1729</c:v>
              </c:pt>
              <c:pt idx="305">
                <c:v>79.2549</c:v>
              </c:pt>
              <c:pt idx="306">
                <c:v>232.6827</c:v>
              </c:pt>
              <c:pt idx="307">
                <c:v>142.8376</c:v>
              </c:pt>
              <c:pt idx="308">
                <c:v>210.0265</c:v>
              </c:pt>
              <c:pt idx="309">
                <c:v>60.0431</c:v>
              </c:pt>
              <c:pt idx="310">
                <c:v>79.4179</c:v>
              </c:pt>
              <c:pt idx="311">
                <c:v>55.1905</c:v>
              </c:pt>
              <c:pt idx="312">
                <c:v>181.3929</c:v>
              </c:pt>
              <c:pt idx="313">
                <c:v>241.7291</c:v>
              </c:pt>
              <c:pt idx="314">
                <c:v>188.7491</c:v>
              </c:pt>
              <c:pt idx="315">
                <c:v>141.9344</c:v>
              </c:pt>
              <c:pt idx="316">
                <c:v>131.933</c:v>
              </c:pt>
              <c:pt idx="317">
                <c:v>139.4715</c:v>
              </c:pt>
              <c:pt idx="318">
                <c:v>137.4459</c:v>
              </c:pt>
              <c:pt idx="319">
                <c:v>123.3809</c:v>
              </c:pt>
              <c:pt idx="320">
                <c:v>148.2713</c:v>
              </c:pt>
              <c:pt idx="321">
                <c:v>217.1684</c:v>
              </c:pt>
              <c:pt idx="322">
                <c:v>54.7963</c:v>
              </c:pt>
              <c:pt idx="323">
                <c:v>56.6391</c:v>
              </c:pt>
              <c:pt idx="324">
                <c:v>64.3405</c:v>
              </c:pt>
              <c:pt idx="325">
                <c:v>174.8123</c:v>
              </c:pt>
              <c:pt idx="326">
                <c:v>84.014</c:v>
              </c:pt>
              <c:pt idx="327">
                <c:v>242.0364</c:v>
              </c:pt>
              <c:pt idx="328">
                <c:v>53.3952</c:v>
              </c:pt>
              <c:pt idx="329">
                <c:v>135.9421</c:v>
              </c:pt>
              <c:pt idx="330">
                <c:v>242.6761</c:v>
              </c:pt>
              <c:pt idx="331">
                <c:v>79.0198</c:v>
              </c:pt>
              <c:pt idx="332">
                <c:v>241.9298</c:v>
              </c:pt>
              <c:pt idx="333">
                <c:v>162.0418</c:v>
              </c:pt>
              <c:pt idx="334">
                <c:v>242.7298</c:v>
              </c:pt>
              <c:pt idx="335">
                <c:v>126.2505</c:v>
              </c:pt>
              <c:pt idx="336">
                <c:v>167.6153</c:v>
              </c:pt>
              <c:pt idx="337">
                <c:v>234.0646</c:v>
              </c:pt>
              <c:pt idx="338">
                <c:v>79.3615</c:v>
              </c:pt>
              <c:pt idx="339">
                <c:v>60.6763</c:v>
              </c:pt>
              <c:pt idx="340">
                <c:v>178.8054</c:v>
              </c:pt>
              <c:pt idx="341">
                <c:v>178.2259</c:v>
              </c:pt>
              <c:pt idx="342">
                <c:v>186.7477</c:v>
              </c:pt>
              <c:pt idx="343">
                <c:v>123.6474</c:v>
              </c:pt>
              <c:pt idx="344">
                <c:v>145.017</c:v>
              </c:pt>
              <c:pt idx="345">
                <c:v>142.9435</c:v>
              </c:pt>
              <c:pt idx="346">
                <c:v>79.731</c:v>
              </c:pt>
              <c:pt idx="347">
                <c:v>102.7598</c:v>
              </c:pt>
              <c:pt idx="348">
                <c:v>147.0903</c:v>
              </c:pt>
              <c:pt idx="349">
                <c:v>129.6796</c:v>
              </c:pt>
              <c:pt idx="350">
                <c:v>204.6871</c:v>
              </c:pt>
              <c:pt idx="351">
                <c:v>100.3359</c:v>
              </c:pt>
              <c:pt idx="352">
                <c:v>110.5728</c:v>
              </c:pt>
              <c:pt idx="353">
                <c:v>63.9708</c:v>
              </c:pt>
              <c:pt idx="354">
                <c:v>60.6502</c:v>
              </c:pt>
              <c:pt idx="355">
                <c:v>89.1757</c:v>
              </c:pt>
              <c:pt idx="356">
                <c:v>163.2387</c:v>
              </c:pt>
              <c:pt idx="357">
                <c:v>154.0576</c:v>
              </c:pt>
              <c:pt idx="358">
                <c:v>173.9626</c:v>
              </c:pt>
              <c:pt idx="359">
                <c:v>155.546</c:v>
              </c:pt>
              <c:pt idx="360">
                <c:v>122.8439</c:v>
              </c:pt>
              <c:pt idx="361">
                <c:v>121.6106</c:v>
              </c:pt>
              <c:pt idx="362">
                <c:v>176.389</c:v>
              </c:pt>
              <c:pt idx="363">
                <c:v>160.3007</c:v>
              </c:pt>
              <c:pt idx="364">
                <c:v>209.1035</c:v>
              </c:pt>
              <c:pt idx="365">
                <c:v>64.7631</c:v>
              </c:pt>
              <c:pt idx="366">
                <c:v>133.1175</c:v>
              </c:pt>
              <c:pt idx="367">
                <c:v>224.5033</c:v>
              </c:pt>
              <c:pt idx="368">
                <c:v>85.8247</c:v>
              </c:pt>
              <c:pt idx="369">
                <c:v>157.8783</c:v>
              </c:pt>
              <c:pt idx="370">
                <c:v>202.4347</c:v>
              </c:pt>
              <c:pt idx="371">
                <c:v>88.5439</c:v>
              </c:pt>
              <c:pt idx="372">
                <c:v>181.546</c:v>
              </c:pt>
              <c:pt idx="373">
                <c:v>164.637</c:v>
              </c:pt>
              <c:pt idx="374">
                <c:v>129.0629</c:v>
              </c:pt>
              <c:pt idx="375">
                <c:v>87.153</c:v>
              </c:pt>
              <c:pt idx="376">
                <c:v>90.0783</c:v>
              </c:pt>
              <c:pt idx="377">
                <c:v>147.0874</c:v>
              </c:pt>
              <c:pt idx="378">
                <c:v>221.614</c:v>
              </c:pt>
              <c:pt idx="379">
                <c:v>153.6968</c:v>
              </c:pt>
              <c:pt idx="380">
                <c:v>164.0033</c:v>
              </c:pt>
              <c:pt idx="381">
                <c:v>95.8168</c:v>
              </c:pt>
              <c:pt idx="382">
                <c:v>62.375</c:v>
              </c:pt>
              <c:pt idx="383">
                <c:v>229.606</c:v>
              </c:pt>
              <c:pt idx="384">
                <c:v>180.8427</c:v>
              </c:pt>
              <c:pt idx="385">
                <c:v>175.8457</c:v>
              </c:pt>
              <c:pt idx="386">
                <c:v>54.1083</c:v>
              </c:pt>
              <c:pt idx="387">
                <c:v>160.6698</c:v>
              </c:pt>
              <c:pt idx="388">
                <c:v>86.863</c:v>
              </c:pt>
              <c:pt idx="389">
                <c:v>242.541</c:v>
              </c:pt>
              <c:pt idx="390">
                <c:v>238.8572</c:v>
              </c:pt>
              <c:pt idx="391">
                <c:v>90.826</c:v>
              </c:pt>
              <c:pt idx="392">
                <c:v>82.5083</c:v>
              </c:pt>
              <c:pt idx="393">
                <c:v>186.7079</c:v>
              </c:pt>
              <c:pt idx="394">
                <c:v>128.2149</c:v>
              </c:pt>
              <c:pt idx="395">
                <c:v>220.6963</c:v>
              </c:pt>
              <c:pt idx="396">
                <c:v>139.4052</c:v>
              </c:pt>
              <c:pt idx="397">
                <c:v>58.4416</c:v>
              </c:pt>
              <c:pt idx="398">
                <c:v>203.5532</c:v>
              </c:pt>
              <c:pt idx="399">
                <c:v>213.6951</c:v>
              </c:pt>
              <c:pt idx="400">
                <c:v>162.7582</c:v>
              </c:pt>
              <c:pt idx="401">
                <c:v>207.7705</c:v>
              </c:pt>
              <c:pt idx="402">
                <c:v>199.5476</c:v>
              </c:pt>
              <c:pt idx="403">
                <c:v>229.3251</c:v>
              </c:pt>
              <c:pt idx="404">
                <c:v>144.157</c:v>
              </c:pt>
              <c:pt idx="405">
                <c:v>121.2607</c:v>
              </c:pt>
              <c:pt idx="406">
                <c:v>206.2252</c:v>
              </c:pt>
              <c:pt idx="407">
                <c:v>120.9641</c:v>
              </c:pt>
              <c:pt idx="408">
                <c:v>70.3019</c:v>
              </c:pt>
              <c:pt idx="409">
                <c:v>84.4226</c:v>
              </c:pt>
              <c:pt idx="410">
                <c:v>166.391</c:v>
              </c:pt>
              <c:pt idx="411">
                <c:v>158.2078</c:v>
              </c:pt>
              <c:pt idx="412">
                <c:v>202.3877</c:v>
              </c:pt>
              <c:pt idx="413">
                <c:v>201.1354</c:v>
              </c:pt>
              <c:pt idx="414">
                <c:v>107.4359</c:v>
              </c:pt>
              <c:pt idx="415">
                <c:v>79.7452</c:v>
              </c:pt>
              <c:pt idx="416">
                <c:v>151.7688</c:v>
              </c:pt>
              <c:pt idx="417">
                <c:v>242.2803</c:v>
              </c:pt>
              <c:pt idx="418">
                <c:v>117.7599</c:v>
              </c:pt>
              <c:pt idx="419">
                <c:v>105.1786</c:v>
              </c:pt>
              <c:pt idx="420">
                <c:v>172.3931</c:v>
              </c:pt>
              <c:pt idx="421">
                <c:v>56.167</c:v>
              </c:pt>
              <c:pt idx="422">
                <c:v>118.5513</c:v>
              </c:pt>
              <c:pt idx="423">
                <c:v>147.7818</c:v>
              </c:pt>
              <c:pt idx="424">
                <c:v>123.8991</c:v>
              </c:pt>
              <c:pt idx="425">
                <c:v>109.3266</c:v>
              </c:pt>
              <c:pt idx="426">
                <c:v>155.2885</c:v>
              </c:pt>
              <c:pt idx="427">
                <c:v>145.6359</c:v>
              </c:pt>
              <c:pt idx="428">
                <c:v>207.959</c:v>
              </c:pt>
              <c:pt idx="429">
                <c:v>50.5667</c:v>
              </c:pt>
              <c:pt idx="430">
                <c:v>101.4757</c:v>
              </c:pt>
              <c:pt idx="431">
                <c:v>133.4985</c:v>
              </c:pt>
              <c:pt idx="432">
                <c:v>112.6057</c:v>
              </c:pt>
              <c:pt idx="433">
                <c:v>221.9193</c:v>
              </c:pt>
              <c:pt idx="434">
                <c:v>179.1412</c:v>
              </c:pt>
              <c:pt idx="435">
                <c:v>106.139</c:v>
              </c:pt>
              <c:pt idx="436">
                <c:v>235.7587</c:v>
              </c:pt>
              <c:pt idx="437">
                <c:v>149.0553</c:v>
              </c:pt>
              <c:pt idx="438">
                <c:v>165.3361</c:v>
              </c:pt>
              <c:pt idx="439">
                <c:v>163.5039</c:v>
              </c:pt>
              <c:pt idx="440">
                <c:v>228.1698</c:v>
              </c:pt>
              <c:pt idx="441">
                <c:v>232.1044</c:v>
              </c:pt>
              <c:pt idx="442">
                <c:v>223.7354</c:v>
              </c:pt>
              <c:pt idx="443">
                <c:v>124.7396</c:v>
              </c:pt>
              <c:pt idx="444">
                <c:v>137.0511</c:v>
              </c:pt>
              <c:pt idx="445">
                <c:v>245.8596</c:v>
              </c:pt>
              <c:pt idx="446">
                <c:v>244.4541</c:v>
              </c:pt>
              <c:pt idx="447">
                <c:v>88.2381</c:v>
              </c:pt>
              <c:pt idx="448">
                <c:v>134.2945</c:v>
              </c:pt>
              <c:pt idx="449">
                <c:v>199.5375</c:v>
              </c:pt>
              <c:pt idx="450">
                <c:v>54.2883</c:v>
              </c:pt>
              <c:pt idx="451">
                <c:v>103.5864</c:v>
              </c:pt>
              <c:pt idx="452">
                <c:v>183.6471</c:v>
              </c:pt>
              <c:pt idx="453">
                <c:v>93.0937</c:v>
              </c:pt>
              <c:pt idx="454">
                <c:v>142.2582</c:v>
              </c:pt>
              <c:pt idx="455">
                <c:v>197.3168</c:v>
              </c:pt>
              <c:pt idx="456">
                <c:v>222.6827</c:v>
              </c:pt>
              <c:pt idx="457">
                <c:v>144.2316</c:v>
              </c:pt>
              <c:pt idx="458">
                <c:v>186.1367</c:v>
              </c:pt>
              <c:pt idx="459">
                <c:v>217.8526</c:v>
              </c:pt>
              <c:pt idx="460">
                <c:v>145.4784</c:v>
              </c:pt>
              <c:pt idx="461">
                <c:v>137.0461</c:v>
              </c:pt>
              <c:pt idx="462">
                <c:v>212.3795</c:v>
              </c:pt>
              <c:pt idx="463">
                <c:v>238.1531</c:v>
              </c:pt>
              <c:pt idx="464">
                <c:v>117.5196</c:v>
              </c:pt>
              <c:pt idx="465">
                <c:v>207.0293</c:v>
              </c:pt>
              <c:pt idx="466">
                <c:v>126.2653</c:v>
              </c:pt>
              <c:pt idx="467">
                <c:v>147.0032</c:v>
              </c:pt>
              <c:pt idx="468">
                <c:v>81.6685</c:v>
              </c:pt>
              <c:pt idx="469">
                <c:v>218.4866</c:v>
              </c:pt>
              <c:pt idx="470">
                <c:v>208.9474</c:v>
              </c:pt>
              <c:pt idx="471">
                <c:v>155.541</c:v>
              </c:pt>
              <c:pt idx="472">
                <c:v>196.1889</c:v>
              </c:pt>
              <c:pt idx="473">
                <c:v>227.2956</c:v>
              </c:pt>
              <c:pt idx="474">
                <c:v>248.9733</c:v>
              </c:pt>
              <c:pt idx="475">
                <c:v>77.1649</c:v>
              </c:pt>
              <c:pt idx="476">
                <c:v>136.6342</c:v>
              </c:pt>
              <c:pt idx="477">
                <c:v>169.4463</c:v>
              </c:pt>
              <c:pt idx="478">
                <c:v>204.2319</c:v>
              </c:pt>
              <c:pt idx="479">
                <c:v>170.7442</c:v>
              </c:pt>
              <c:pt idx="480">
                <c:v>88.1777</c:v>
              </c:pt>
              <c:pt idx="481">
                <c:v>139.0793</c:v>
              </c:pt>
              <c:pt idx="482">
                <c:v>59.5079</c:v>
              </c:pt>
              <c:pt idx="483">
                <c:v>198.5504</c:v>
              </c:pt>
              <c:pt idx="484">
                <c:v>220.5002</c:v>
              </c:pt>
              <c:pt idx="485">
                <c:v>101.6163</c:v>
              </c:pt>
              <c:pt idx="486">
                <c:v>184.9541</c:v>
              </c:pt>
              <c:pt idx="487">
                <c:v>107.1891</c:v>
              </c:pt>
              <c:pt idx="488">
                <c:v>225.6813</c:v>
              </c:pt>
              <c:pt idx="489">
                <c:v>182.7773</c:v>
              </c:pt>
              <c:pt idx="490">
                <c:v>114.2007</c:v>
              </c:pt>
              <c:pt idx="491">
                <c:v>205.645</c:v>
              </c:pt>
              <c:pt idx="492">
                <c:v>153.0158</c:v>
              </c:pt>
              <c:pt idx="493">
                <c:v>85.9661</c:v>
              </c:pt>
              <c:pt idx="494">
                <c:v>158.0903</c:v>
              </c:pt>
              <c:pt idx="495">
                <c:v>59.0207</c:v>
              </c:pt>
              <c:pt idx="496">
                <c:v>88.2546</c:v>
              </c:pt>
              <c:pt idx="497">
                <c:v>219.4121</c:v>
              </c:pt>
              <c:pt idx="498">
                <c:v>118.4709</c:v>
              </c:pt>
              <c:pt idx="499">
                <c:v>237.2349</c:v>
              </c:pt>
            </c:numLit>
          </c:xVal>
          <c:yVal>
            <c:numLit>
              <c:formatCode>General</c:formatCode>
              <c:ptCount val="500"/>
              <c:pt idx="0">
                <c:v>-93.0906</c:v>
              </c:pt>
              <c:pt idx="1">
                <c:v>-105.8517</c:v>
              </c:pt>
              <c:pt idx="2">
                <c:v>-96.8794</c:v>
              </c:pt>
              <c:pt idx="3">
                <c:v>-3.8766</c:v>
              </c:pt>
              <c:pt idx="4">
                <c:v>-122.246</c:v>
              </c:pt>
              <c:pt idx="5">
                <c:v>2.7798</c:v>
              </c:pt>
              <c:pt idx="6">
                <c:v>-131.3002</c:v>
              </c:pt>
              <c:pt idx="7">
                <c:v>-86.1742</c:v>
              </c:pt>
              <c:pt idx="8">
                <c:v>-148.2349</c:v>
              </c:pt>
              <c:pt idx="9">
                <c:v>-36.8789</c:v>
              </c:pt>
              <c:pt idx="10">
                <c:v>-90.5665</c:v>
              </c:pt>
              <c:pt idx="11">
                <c:v>-168.5627</c:v>
              </c:pt>
              <c:pt idx="12">
                <c:v>57.7125</c:v>
              </c:pt>
              <c:pt idx="13">
                <c:v>-112.2642</c:v>
              </c:pt>
              <c:pt idx="14">
                <c:v>24.475</c:v>
              </c:pt>
              <c:pt idx="15">
                <c:v>7.3978</c:v>
              </c:pt>
              <c:pt idx="16">
                <c:v>-136.0214</c:v>
              </c:pt>
              <c:pt idx="17">
                <c:v>-80.9637</c:v>
              </c:pt>
              <c:pt idx="18">
                <c:v>-45.5138</c:v>
              </c:pt>
              <c:pt idx="19">
                <c:v>-41.3405</c:v>
              </c:pt>
              <c:pt idx="20">
                <c:v>12.2225</c:v>
              </c:pt>
              <c:pt idx="21">
                <c:v>-123.0841</c:v>
              </c:pt>
              <c:pt idx="22">
                <c:v>-81.8034</c:v>
              </c:pt>
              <c:pt idx="23">
                <c:v>-99.4548</c:v>
              </c:pt>
              <c:pt idx="24">
                <c:v>-35.0466</c:v>
              </c:pt>
              <c:pt idx="25">
                <c:v>16.7363</c:v>
              </c:pt>
              <c:pt idx="26">
                <c:v>20.1681</c:v>
              </c:pt>
              <c:pt idx="27">
                <c:v>6.3645</c:v>
              </c:pt>
              <c:pt idx="28">
                <c:v>-76.218</c:v>
              </c:pt>
              <c:pt idx="29">
                <c:v>-52.8577</c:v>
              </c:pt>
              <c:pt idx="30">
                <c:v>-119.6106</c:v>
              </c:pt>
              <c:pt idx="31">
                <c:v>-32.4151</c:v>
              </c:pt>
              <c:pt idx="32">
                <c:v>23.2805</c:v>
              </c:pt>
              <c:pt idx="33">
                <c:v>33.4496</c:v>
              </c:pt>
              <c:pt idx="34">
                <c:v>-35.5857</c:v>
              </c:pt>
              <c:pt idx="35">
                <c:v>-9.8624</c:v>
              </c:pt>
              <c:pt idx="36">
                <c:v>-100.2215</c:v>
              </c:pt>
              <c:pt idx="37">
                <c:v>-66.736</c:v>
              </c:pt>
              <c:pt idx="38">
                <c:v>-121.4269</c:v>
              </c:pt>
              <c:pt idx="39">
                <c:v>-0.1117</c:v>
              </c:pt>
              <c:pt idx="40">
                <c:v>-133.9615</c:v>
              </c:pt>
              <c:pt idx="41">
                <c:v>26.6945</c:v>
              </c:pt>
              <c:pt idx="42">
                <c:v>52.4724</c:v>
              </c:pt>
              <c:pt idx="43">
                <c:v>-17.712</c:v>
              </c:pt>
              <c:pt idx="44">
                <c:v>-114.5172</c:v>
              </c:pt>
              <c:pt idx="45">
                <c:v>-120.0461</c:v>
              </c:pt>
              <c:pt idx="46">
                <c:v>-62.4416</c:v>
              </c:pt>
              <c:pt idx="47">
                <c:v>-186.6252</c:v>
              </c:pt>
              <c:pt idx="48">
                <c:v>22.4634</c:v>
              </c:pt>
              <c:pt idx="49">
                <c:v>-53.6681</c:v>
              </c:pt>
              <c:pt idx="50">
                <c:v>-65.7184</c:v>
              </c:pt>
              <c:pt idx="51">
                <c:v>-55.5808</c:v>
              </c:pt>
              <c:pt idx="52">
                <c:v>-67.2655</c:v>
              </c:pt>
              <c:pt idx="53">
                <c:v>-1.6982</c:v>
              </c:pt>
              <c:pt idx="54">
                <c:v>-53.5596</c:v>
              </c:pt>
              <c:pt idx="55">
                <c:v>-95.2538</c:v>
              </c:pt>
              <c:pt idx="56">
                <c:v>-36.4548</c:v>
              </c:pt>
              <c:pt idx="57">
                <c:v>-43.9697</c:v>
              </c:pt>
              <c:pt idx="58">
                <c:v>-9.7865</c:v>
              </c:pt>
              <c:pt idx="59">
                <c:v>-112.3256</c:v>
              </c:pt>
              <c:pt idx="60">
                <c:v>-13.9951</c:v>
              </c:pt>
              <c:pt idx="61">
                <c:v>4.8972</c:v>
              </c:pt>
              <c:pt idx="62">
                <c:v>-113.2116</c:v>
              </c:pt>
              <c:pt idx="63">
                <c:v>-31.7206</c:v>
              </c:pt>
              <c:pt idx="64">
                <c:v>29.5265</c:v>
              </c:pt>
              <c:pt idx="65">
                <c:v>-87.8813</c:v>
              </c:pt>
              <c:pt idx="66">
                <c:v>-98.8095</c:v>
              </c:pt>
              <c:pt idx="67">
                <c:v>-138.2964</c:v>
              </c:pt>
              <c:pt idx="68">
                <c:v>-55.2364</c:v>
              </c:pt>
              <c:pt idx="69">
                <c:v>-94.2298</c:v>
              </c:pt>
              <c:pt idx="70">
                <c:v>-132.7817</c:v>
              </c:pt>
              <c:pt idx="71">
                <c:v>-37.465</c:v>
              </c:pt>
              <c:pt idx="72">
                <c:v>-96.8302</c:v>
              </c:pt>
              <c:pt idx="73">
                <c:v>-168.694</c:v>
              </c:pt>
              <c:pt idx="74">
                <c:v>-6.5759</c:v>
              </c:pt>
              <c:pt idx="75">
                <c:v>36.3602</c:v>
              </c:pt>
              <c:pt idx="76">
                <c:v>-62.9621</c:v>
              </c:pt>
              <c:pt idx="77">
                <c:v>-142.2291</c:v>
              </c:pt>
              <c:pt idx="78">
                <c:v>-123.5272</c:v>
              </c:pt>
              <c:pt idx="79">
                <c:v>-75.7577</c:v>
              </c:pt>
              <c:pt idx="80">
                <c:v>-11.7095</c:v>
              </c:pt>
              <c:pt idx="81">
                <c:v>-43.9593</c:v>
              </c:pt>
              <c:pt idx="82">
                <c:v>-28.231</c:v>
              </c:pt>
              <c:pt idx="83">
                <c:v>-40.4054</c:v>
              </c:pt>
              <c:pt idx="84">
                <c:v>-66.3595</c:v>
              </c:pt>
              <c:pt idx="85">
                <c:v>-83.8946</c:v>
              </c:pt>
              <c:pt idx="86">
                <c:v>-98.6258</c:v>
              </c:pt>
              <c:pt idx="87">
                <c:v>-163.7536</c:v>
              </c:pt>
              <c:pt idx="88">
                <c:v>-63.7226</c:v>
              </c:pt>
              <c:pt idx="89">
                <c:v>-93.9144</c:v>
              </c:pt>
              <c:pt idx="90">
                <c:v>-2.1438</c:v>
              </c:pt>
              <c:pt idx="91">
                <c:v>-11.4243</c:v>
              </c:pt>
              <c:pt idx="92">
                <c:v>-77.5564</c:v>
              </c:pt>
              <c:pt idx="93">
                <c:v>-29.82</c:v>
              </c:pt>
              <c:pt idx="94">
                <c:v>31.9241</c:v>
              </c:pt>
              <c:pt idx="95">
                <c:v>-22.0517</c:v>
              </c:pt>
              <c:pt idx="96">
                <c:v>11.3836</c:v>
              </c:pt>
              <c:pt idx="97">
                <c:v>-180.8749</c:v>
              </c:pt>
              <c:pt idx="98">
                <c:v>-193.5396</c:v>
              </c:pt>
              <c:pt idx="99">
                <c:v>-27.1465</c:v>
              </c:pt>
              <c:pt idx="100">
                <c:v>-61.3593</c:v>
              </c:pt>
              <c:pt idx="101">
                <c:v>-101.4565</c:v>
              </c:pt>
              <c:pt idx="102">
                <c:v>38.0803</c:v>
              </c:pt>
              <c:pt idx="103">
                <c:v>-69.2952</c:v>
              </c:pt>
              <c:pt idx="104">
                <c:v>-88.8858</c:v>
              </c:pt>
              <c:pt idx="105">
                <c:v>-182.2805</c:v>
              </c:pt>
              <c:pt idx="106">
                <c:v>-111.0215</c:v>
              </c:pt>
              <c:pt idx="107">
                <c:v>-44.6297</c:v>
              </c:pt>
              <c:pt idx="108">
                <c:v>-185.5695</c:v>
              </c:pt>
              <c:pt idx="109">
                <c:v>-58.0934</c:v>
              </c:pt>
              <c:pt idx="110">
                <c:v>-131.2964</c:v>
              </c:pt>
              <c:pt idx="111">
                <c:v>67.2869</c:v>
              </c:pt>
              <c:pt idx="112">
                <c:v>31.2054</c:v>
              </c:pt>
              <c:pt idx="113">
                <c:v>57.115</c:v>
              </c:pt>
              <c:pt idx="114">
                <c:v>1.506</c:v>
              </c:pt>
              <c:pt idx="115">
                <c:v>-127.3827</c:v>
              </c:pt>
              <c:pt idx="116">
                <c:v>-119.435</c:v>
              </c:pt>
              <c:pt idx="117">
                <c:v>-178.2471</c:v>
              </c:pt>
              <c:pt idx="118">
                <c:v>27.4913</c:v>
              </c:pt>
              <c:pt idx="119">
                <c:v>-124.9629</c:v>
              </c:pt>
              <c:pt idx="120">
                <c:v>-22.4738</c:v>
              </c:pt>
              <c:pt idx="121">
                <c:v>53.8984</c:v>
              </c:pt>
              <c:pt idx="122">
                <c:v>-56.2982</c:v>
              </c:pt>
              <c:pt idx="123">
                <c:v>5.2469</c:v>
              </c:pt>
              <c:pt idx="124">
                <c:v>-181.3144</c:v>
              </c:pt>
              <c:pt idx="125">
                <c:v>-9.2044</c:v>
              </c:pt>
              <c:pt idx="126">
                <c:v>-37.5233</c:v>
              </c:pt>
              <c:pt idx="127">
                <c:v>-147.1999</c:v>
              </c:pt>
              <c:pt idx="128">
                <c:v>17.5687</c:v>
              </c:pt>
              <c:pt idx="129">
                <c:v>-54.4278</c:v>
              </c:pt>
              <c:pt idx="130">
                <c:v>-80.1612</c:v>
              </c:pt>
              <c:pt idx="131">
                <c:v>-173.7831</c:v>
              </c:pt>
              <c:pt idx="132">
                <c:v>-54.6387</c:v>
              </c:pt>
              <c:pt idx="133">
                <c:v>-144.0391</c:v>
              </c:pt>
              <c:pt idx="134">
                <c:v>-6.1597</c:v>
              </c:pt>
              <c:pt idx="135">
                <c:v>-47.5725</c:v>
              </c:pt>
              <c:pt idx="136">
                <c:v>37.6129</c:v>
              </c:pt>
              <c:pt idx="137">
                <c:v>-10.3905</c:v>
              </c:pt>
              <c:pt idx="138">
                <c:v>-46.3723</c:v>
              </c:pt>
              <c:pt idx="139">
                <c:v>-161.1293</c:v>
              </c:pt>
              <c:pt idx="140">
                <c:v>19.1564</c:v>
              </c:pt>
              <c:pt idx="141">
                <c:v>-72.8832</c:v>
              </c:pt>
              <c:pt idx="142">
                <c:v>12.1673</c:v>
              </c:pt>
              <c:pt idx="143">
                <c:v>2.2078</c:v>
              </c:pt>
              <c:pt idx="144">
                <c:v>59.7892</c:v>
              </c:pt>
              <c:pt idx="145">
                <c:v>80.3078</c:v>
              </c:pt>
              <c:pt idx="146">
                <c:v>-95.3952</c:v>
              </c:pt>
              <c:pt idx="147">
                <c:v>-4.3364</c:v>
              </c:pt>
              <c:pt idx="148">
                <c:v>-148.6708</c:v>
              </c:pt>
              <c:pt idx="149">
                <c:v>-96.3459</c:v>
              </c:pt>
              <c:pt idx="150">
                <c:v>-0.8405</c:v>
              </c:pt>
              <c:pt idx="151">
                <c:v>36.0133</c:v>
              </c:pt>
              <c:pt idx="152">
                <c:v>-61.58</c:v>
              </c:pt>
              <c:pt idx="153">
                <c:v>-136.0978</c:v>
              </c:pt>
              <c:pt idx="154">
                <c:v>-176.0792</c:v>
              </c:pt>
              <c:pt idx="155">
                <c:v>-99.4013</c:v>
              </c:pt>
              <c:pt idx="156">
                <c:v>-141.313</c:v>
              </c:pt>
              <c:pt idx="157">
                <c:v>-89.4842</c:v>
              </c:pt>
              <c:pt idx="158">
                <c:v>-172.8993</c:v>
              </c:pt>
              <c:pt idx="159">
                <c:v>-95.7163</c:v>
              </c:pt>
              <c:pt idx="160">
                <c:v>-164.3801</c:v>
              </c:pt>
              <c:pt idx="161">
                <c:v>-63.5822</c:v>
              </c:pt>
              <c:pt idx="162">
                <c:v>-144.999</c:v>
              </c:pt>
              <c:pt idx="163">
                <c:v>89.2942</c:v>
              </c:pt>
              <c:pt idx="164">
                <c:v>28.1678</c:v>
              </c:pt>
              <c:pt idx="165">
                <c:v>-88.12</c:v>
              </c:pt>
              <c:pt idx="166">
                <c:v>-132.2788</c:v>
              </c:pt>
              <c:pt idx="167">
                <c:v>-21.7397</c:v>
              </c:pt>
              <c:pt idx="168">
                <c:v>-98.513</c:v>
              </c:pt>
              <c:pt idx="169">
                <c:v>-174.1343</c:v>
              </c:pt>
              <c:pt idx="170">
                <c:v>-32.2284</c:v>
              </c:pt>
              <c:pt idx="171">
                <c:v>-26.3599</c:v>
              </c:pt>
              <c:pt idx="172">
                <c:v>-81.7559</c:v>
              </c:pt>
              <c:pt idx="173">
                <c:v>48.4606</c:v>
              </c:pt>
              <c:pt idx="174">
                <c:v>-13.8808</c:v>
              </c:pt>
              <c:pt idx="175">
                <c:v>-127.3146</c:v>
              </c:pt>
              <c:pt idx="176">
                <c:v>-75.3395</c:v>
              </c:pt>
              <c:pt idx="177">
                <c:v>-83.4644</c:v>
              </c:pt>
              <c:pt idx="178">
                <c:v>-49.0739</c:v>
              </c:pt>
              <c:pt idx="179">
                <c:v>-88.7019</c:v>
              </c:pt>
              <c:pt idx="180">
                <c:v>-147.2954</c:v>
              </c:pt>
              <c:pt idx="181">
                <c:v>21.8617</c:v>
              </c:pt>
              <c:pt idx="182">
                <c:v>-55.8015</c:v>
              </c:pt>
              <c:pt idx="183">
                <c:v>-30.7541</c:v>
              </c:pt>
              <c:pt idx="184">
                <c:v>-77.2985</c:v>
              </c:pt>
              <c:pt idx="185">
                <c:v>22.2763</c:v>
              </c:pt>
              <c:pt idx="186">
                <c:v>-109.5758</c:v>
              </c:pt>
              <c:pt idx="187">
                <c:v>64.379</c:v>
              </c:pt>
              <c:pt idx="188">
                <c:v>-121.1114</c:v>
              </c:pt>
              <c:pt idx="189">
                <c:v>-111.2238</c:v>
              </c:pt>
              <c:pt idx="190">
                <c:v>56.4379</c:v>
              </c:pt>
              <c:pt idx="191">
                <c:v>-142.9841</c:v>
              </c:pt>
              <c:pt idx="192">
                <c:v>-13.263</c:v>
              </c:pt>
              <c:pt idx="193">
                <c:v>-116.8369</c:v>
              </c:pt>
              <c:pt idx="194">
                <c:v>-44.9466</c:v>
              </c:pt>
              <c:pt idx="195">
                <c:v>-95.6971</c:v>
              </c:pt>
              <c:pt idx="196">
                <c:v>-185.5261</c:v>
              </c:pt>
              <c:pt idx="197">
                <c:v>-114.2886</c:v>
              </c:pt>
              <c:pt idx="198">
                <c:v>-140.7287</c:v>
              </c:pt>
              <c:pt idx="199">
                <c:v>-117.098</c:v>
              </c:pt>
              <c:pt idx="200">
                <c:v>-28.395</c:v>
              </c:pt>
              <c:pt idx="201">
                <c:v>-107.9903</c:v>
              </c:pt>
              <c:pt idx="202">
                <c:v>-20.6146</c:v>
              </c:pt>
              <c:pt idx="203">
                <c:v>36.728</c:v>
              </c:pt>
              <c:pt idx="204">
                <c:v>-60.4739</c:v>
              </c:pt>
              <c:pt idx="205">
                <c:v>-84.5783</c:v>
              </c:pt>
              <c:pt idx="206">
                <c:v>-122.7842</c:v>
              </c:pt>
              <c:pt idx="207">
                <c:v>-70.8804</c:v>
              </c:pt>
              <c:pt idx="208">
                <c:v>-51.6811</c:v>
              </c:pt>
              <c:pt idx="209">
                <c:v>-40.9937</c:v>
              </c:pt>
              <c:pt idx="210">
                <c:v>-22.2416</c:v>
              </c:pt>
              <c:pt idx="211">
                <c:v>-136.2972</c:v>
              </c:pt>
              <c:pt idx="212">
                <c:v>-45.5731</c:v>
              </c:pt>
              <c:pt idx="213">
                <c:v>-94.1468</c:v>
              </c:pt>
              <c:pt idx="214">
                <c:v>-39.2958</c:v>
              </c:pt>
              <c:pt idx="215">
                <c:v>-56.0825</c:v>
              </c:pt>
              <c:pt idx="216">
                <c:v>20.6252</c:v>
              </c:pt>
              <c:pt idx="217">
                <c:v>-6.5345</c:v>
              </c:pt>
              <c:pt idx="218">
                <c:v>-160.2498</c:v>
              </c:pt>
              <c:pt idx="219">
                <c:v>-152.7551</c:v>
              </c:pt>
              <c:pt idx="220">
                <c:v>-26.7581</c:v>
              </c:pt>
              <c:pt idx="221">
                <c:v>-155.3751</c:v>
              </c:pt>
              <c:pt idx="222">
                <c:v>-123.114</c:v>
              </c:pt>
              <c:pt idx="223">
                <c:v>-118.381</c:v>
              </c:pt>
              <c:pt idx="224">
                <c:v>-157.4031</c:v>
              </c:pt>
              <c:pt idx="225">
                <c:v>-91.4066</c:v>
              </c:pt>
              <c:pt idx="226">
                <c:v>19.6911</c:v>
              </c:pt>
              <c:pt idx="227">
                <c:v>-52.7548</c:v>
              </c:pt>
              <c:pt idx="228">
                <c:v>-95.8348</c:v>
              </c:pt>
              <c:pt idx="229">
                <c:v>-143.0985</c:v>
              </c:pt>
              <c:pt idx="230">
                <c:v>-12.5926</c:v>
              </c:pt>
              <c:pt idx="231">
                <c:v>22.6049</c:v>
              </c:pt>
              <c:pt idx="232">
                <c:v>-53.5973</c:v>
              </c:pt>
              <c:pt idx="233">
                <c:v>-3.8408</c:v>
              </c:pt>
              <c:pt idx="234">
                <c:v>-19.0825</c:v>
              </c:pt>
              <c:pt idx="235">
                <c:v>-53.0759</c:v>
              </c:pt>
              <c:pt idx="236">
                <c:v>-92.3348</c:v>
              </c:pt>
              <c:pt idx="237">
                <c:v>-132.6475</c:v>
              </c:pt>
              <c:pt idx="238">
                <c:v>-46.3392</c:v>
              </c:pt>
              <c:pt idx="239">
                <c:v>-7.2556</c:v>
              </c:pt>
              <c:pt idx="240">
                <c:v>19.6934</c:v>
              </c:pt>
              <c:pt idx="241">
                <c:v>10.49</c:v>
              </c:pt>
              <c:pt idx="242">
                <c:v>82.9686</c:v>
              </c:pt>
              <c:pt idx="243">
                <c:v>10.0762</c:v>
              </c:pt>
              <c:pt idx="244">
                <c:v>-72.2908</c:v>
              </c:pt>
              <c:pt idx="245">
                <c:v>-140.6316</c:v>
              </c:pt>
              <c:pt idx="246">
                <c:v>0.2986</c:v>
              </c:pt>
              <c:pt idx="247">
                <c:v>31.3707</c:v>
              </c:pt>
              <c:pt idx="248">
                <c:v>-5.8223</c:v>
              </c:pt>
              <c:pt idx="249">
                <c:v>-43.0154</c:v>
              </c:pt>
              <c:pt idx="250">
                <c:v>-34.3397</c:v>
              </c:pt>
              <c:pt idx="251">
                <c:v>-95.8592</c:v>
              </c:pt>
              <c:pt idx="252">
                <c:v>-19.2172</c:v>
              </c:pt>
              <c:pt idx="253">
                <c:v>82.648</c:v>
              </c:pt>
              <c:pt idx="254">
                <c:v>-121.8653</c:v>
              </c:pt>
              <c:pt idx="255">
                <c:v>50.6965</c:v>
              </c:pt>
              <c:pt idx="256">
                <c:v>-106.5186</c:v>
              </c:pt>
              <c:pt idx="257">
                <c:v>-12.8792</c:v>
              </c:pt>
              <c:pt idx="258">
                <c:v>-158.3232</c:v>
              </c:pt>
              <c:pt idx="259">
                <c:v>38.593</c:v>
              </c:pt>
              <c:pt idx="260">
                <c:v>-176.9975</c:v>
              </c:pt>
              <c:pt idx="261">
                <c:v>-119.86</c:v>
              </c:pt>
              <c:pt idx="262">
                <c:v>-75.7068</c:v>
              </c:pt>
              <c:pt idx="263">
                <c:v>-29.0345</c:v>
              </c:pt>
              <c:pt idx="264">
                <c:v>-128.342</c:v>
              </c:pt>
              <c:pt idx="265">
                <c:v>-13.5585</c:v>
              </c:pt>
              <c:pt idx="266">
                <c:v>-75.6379</c:v>
              </c:pt>
              <c:pt idx="267">
                <c:v>-74.442</c:v>
              </c:pt>
              <c:pt idx="268">
                <c:v>47.4926</c:v>
              </c:pt>
              <c:pt idx="269">
                <c:v>-44.2495</c:v>
              </c:pt>
              <c:pt idx="270">
                <c:v>-93.7622</c:v>
              </c:pt>
              <c:pt idx="271">
                <c:v>-10.9836</c:v>
              </c:pt>
              <c:pt idx="272">
                <c:v>-42.9454</c:v>
              </c:pt>
              <c:pt idx="273">
                <c:v>-147.0486</c:v>
              </c:pt>
              <c:pt idx="274">
                <c:v>-131.9041</c:v>
              </c:pt>
              <c:pt idx="275">
                <c:v>-15.4909</c:v>
              </c:pt>
              <c:pt idx="276">
                <c:v>-7.053</c:v>
              </c:pt>
              <c:pt idx="277">
                <c:v>12.9952</c:v>
              </c:pt>
              <c:pt idx="278">
                <c:v>-94.2858</c:v>
              </c:pt>
              <c:pt idx="279">
                <c:v>-77.0674</c:v>
              </c:pt>
              <c:pt idx="280">
                <c:v>-182.3797</c:v>
              </c:pt>
              <c:pt idx="281">
                <c:v>-88.6992</c:v>
              </c:pt>
              <c:pt idx="282">
                <c:v>-37.8923</c:v>
              </c:pt>
              <c:pt idx="283">
                <c:v>52.0046</c:v>
              </c:pt>
              <c:pt idx="284">
                <c:v>-53.9268</c:v>
              </c:pt>
              <c:pt idx="285">
                <c:v>-10.6552</c:v>
              </c:pt>
              <c:pt idx="286">
                <c:v>-112.9357</c:v>
              </c:pt>
              <c:pt idx="287">
                <c:v>-148.2479</c:v>
              </c:pt>
              <c:pt idx="288">
                <c:v>42.3523</c:v>
              </c:pt>
              <c:pt idx="289">
                <c:v>-24.3723</c:v>
              </c:pt>
              <c:pt idx="290">
                <c:v>-44.1494</c:v>
              </c:pt>
              <c:pt idx="291">
                <c:v>-93.7425</c:v>
              </c:pt>
              <c:pt idx="292">
                <c:v>5.461</c:v>
              </c:pt>
              <c:pt idx="293">
                <c:v>-35.2835</c:v>
              </c:pt>
              <c:pt idx="294">
                <c:v>66.5814</c:v>
              </c:pt>
              <c:pt idx="295">
                <c:v>-124.3627</c:v>
              </c:pt>
              <c:pt idx="296">
                <c:v>86.5698</c:v>
              </c:pt>
              <c:pt idx="297">
                <c:v>6.0247</c:v>
              </c:pt>
              <c:pt idx="298">
                <c:v>15.4562</c:v>
              </c:pt>
              <c:pt idx="299">
                <c:v>-41.3911</c:v>
              </c:pt>
              <c:pt idx="300">
                <c:v>40.9679</c:v>
              </c:pt>
              <c:pt idx="301">
                <c:v>-83.3162</c:v>
              </c:pt>
              <c:pt idx="302">
                <c:v>-140.5272</c:v>
              </c:pt>
              <c:pt idx="303">
                <c:v>-1.8565</c:v>
              </c:pt>
              <c:pt idx="304">
                <c:v>-91.2359</c:v>
              </c:pt>
              <c:pt idx="305">
                <c:v>-148.807</c:v>
              </c:pt>
              <c:pt idx="306">
                <c:v>-49.6597</c:v>
              </c:pt>
              <c:pt idx="307">
                <c:v>40.0501</c:v>
              </c:pt>
              <c:pt idx="308">
                <c:v>-41.2444</c:v>
              </c:pt>
              <c:pt idx="309">
                <c:v>-87.2898</c:v>
              </c:pt>
              <c:pt idx="310">
                <c:v>-193.692</c:v>
              </c:pt>
              <c:pt idx="311">
                <c:v>-7.9205</c:v>
              </c:pt>
              <c:pt idx="312">
                <c:v>-136.4997</c:v>
              </c:pt>
              <c:pt idx="313">
                <c:v>-32.1798</c:v>
              </c:pt>
              <c:pt idx="314">
                <c:v>76.9902</c:v>
              </c:pt>
              <c:pt idx="315">
                <c:v>29.5857</c:v>
              </c:pt>
              <c:pt idx="316">
                <c:v>-160.8127</c:v>
              </c:pt>
              <c:pt idx="317">
                <c:v>-151.7542</c:v>
              </c:pt>
              <c:pt idx="318">
                <c:v>26.0135</c:v>
              </c:pt>
              <c:pt idx="319">
                <c:v>-13.2521</c:v>
              </c:pt>
              <c:pt idx="320">
                <c:v>-122.738</c:v>
              </c:pt>
              <c:pt idx="321">
                <c:v>81.524</c:v>
              </c:pt>
              <c:pt idx="322">
                <c:v>-34.4265</c:v>
              </c:pt>
              <c:pt idx="323">
                <c:v>-90.5525</c:v>
              </c:pt>
              <c:pt idx="324">
                <c:v>-124.2571</c:v>
              </c:pt>
              <c:pt idx="325">
                <c:v>12.1486</c:v>
              </c:pt>
              <c:pt idx="326">
                <c:v>-12.4551</c:v>
              </c:pt>
              <c:pt idx="327">
                <c:v>14.091</c:v>
              </c:pt>
              <c:pt idx="328">
                <c:v>-23.6128</c:v>
              </c:pt>
              <c:pt idx="329">
                <c:v>-6.6797</c:v>
              </c:pt>
              <c:pt idx="330">
                <c:v>33.3042</c:v>
              </c:pt>
              <c:pt idx="331">
                <c:v>-118.9626</c:v>
              </c:pt>
              <c:pt idx="332">
                <c:v>-17.4506</c:v>
              </c:pt>
              <c:pt idx="333">
                <c:v>-10.5627</c:v>
              </c:pt>
              <c:pt idx="334">
                <c:v>-3.0472</c:v>
              </c:pt>
              <c:pt idx="335">
                <c:v>-124.743</c:v>
              </c:pt>
              <c:pt idx="336">
                <c:v>-108.7704</c:v>
              </c:pt>
              <c:pt idx="337">
                <c:v>41.9939</c:v>
              </c:pt>
              <c:pt idx="338">
                <c:v>-104.3056</c:v>
              </c:pt>
              <c:pt idx="339">
                <c:v>-96.5818</c:v>
              </c:pt>
              <c:pt idx="340">
                <c:v>9.0198</c:v>
              </c:pt>
              <c:pt idx="341">
                <c:v>-60.0159</c:v>
              </c:pt>
              <c:pt idx="342">
                <c:v>-34.5321</c:v>
              </c:pt>
              <c:pt idx="343">
                <c:v>-136.7805</c:v>
              </c:pt>
              <c:pt idx="344">
                <c:v>-107.791</c:v>
              </c:pt>
              <c:pt idx="345">
                <c:v>-10.6638</c:v>
              </c:pt>
              <c:pt idx="346">
                <c:v>-135.6897</c:v>
              </c:pt>
              <c:pt idx="347">
                <c:v>-110.6331</c:v>
              </c:pt>
              <c:pt idx="348">
                <c:v>-21.4047</c:v>
              </c:pt>
              <c:pt idx="349">
                <c:v>-167.0975</c:v>
              </c:pt>
              <c:pt idx="350">
                <c:v>37.1719</c:v>
              </c:pt>
              <c:pt idx="351">
                <c:v>-153.4362</c:v>
              </c:pt>
              <c:pt idx="352">
                <c:v>30.7887</c:v>
              </c:pt>
              <c:pt idx="353">
                <c:v>-73.6046</c:v>
              </c:pt>
              <c:pt idx="354">
                <c:v>-105.5665</c:v>
              </c:pt>
              <c:pt idx="355">
                <c:v>-50.621</c:v>
              </c:pt>
              <c:pt idx="356">
                <c:v>-41.4807</c:v>
              </c:pt>
              <c:pt idx="357">
                <c:v>-161.8985</c:v>
              </c:pt>
              <c:pt idx="358">
                <c:v>61.134</c:v>
              </c:pt>
              <c:pt idx="359">
                <c:v>-115.282</c:v>
              </c:pt>
              <c:pt idx="360">
                <c:v>5.6041</c:v>
              </c:pt>
              <c:pt idx="361">
                <c:v>30.8055</c:v>
              </c:pt>
              <c:pt idx="362">
                <c:v>10.4157</c:v>
              </c:pt>
              <c:pt idx="363">
                <c:v>62.4931</c:v>
              </c:pt>
              <c:pt idx="364">
                <c:v>-4.9767</c:v>
              </c:pt>
              <c:pt idx="365">
                <c:v>-155.8549</c:v>
              </c:pt>
              <c:pt idx="366">
                <c:v>-87.3546</c:v>
              </c:pt>
              <c:pt idx="367">
                <c:v>89.9447</c:v>
              </c:pt>
              <c:pt idx="368">
                <c:v>1.4097</c:v>
              </c:pt>
              <c:pt idx="369">
                <c:v>-158.7222</c:v>
              </c:pt>
              <c:pt idx="370">
                <c:v>47.0962</c:v>
              </c:pt>
              <c:pt idx="371">
                <c:v>-12.5871</c:v>
              </c:pt>
              <c:pt idx="372">
                <c:v>53.3616</c:v>
              </c:pt>
              <c:pt idx="373">
                <c:v>-136.6229</c:v>
              </c:pt>
              <c:pt idx="374">
                <c:v>37.2748</c:v>
              </c:pt>
              <c:pt idx="375">
                <c:v>-16.0152</c:v>
              </c:pt>
              <c:pt idx="376">
                <c:v>-79.255</c:v>
              </c:pt>
              <c:pt idx="377">
                <c:v>5.5991</c:v>
              </c:pt>
              <c:pt idx="378">
                <c:v>-94.5406</c:v>
              </c:pt>
              <c:pt idx="379">
                <c:v>10.2094</c:v>
              </c:pt>
              <c:pt idx="380">
                <c:v>-136.6259</c:v>
              </c:pt>
              <c:pt idx="381">
                <c:v>-180.2479</c:v>
              </c:pt>
              <c:pt idx="382">
                <c:v>-144.5537</c:v>
              </c:pt>
              <c:pt idx="383">
                <c:v>-86.8821</c:v>
              </c:pt>
              <c:pt idx="384">
                <c:v>37.9519</c:v>
              </c:pt>
              <c:pt idx="385">
                <c:v>-84.3414</c:v>
              </c:pt>
              <c:pt idx="386">
                <c:v>-168.0199</c:v>
              </c:pt>
              <c:pt idx="387">
                <c:v>-67.543</c:v>
              </c:pt>
              <c:pt idx="388">
                <c:v>-174.1482</c:v>
              </c:pt>
              <c:pt idx="389">
                <c:v>-0.1641</c:v>
              </c:pt>
              <c:pt idx="390">
                <c:v>4.1801</c:v>
              </c:pt>
              <c:pt idx="391">
                <c:v>-100.8235</c:v>
              </c:pt>
              <c:pt idx="392">
                <c:v>-105.8919</c:v>
              </c:pt>
              <c:pt idx="393">
                <c:v>67.3571</c:v>
              </c:pt>
              <c:pt idx="394">
                <c:v>-0.9415</c:v>
              </c:pt>
              <c:pt idx="395">
                <c:v>18.391</c:v>
              </c:pt>
              <c:pt idx="396">
                <c:v>10.6819</c:v>
              </c:pt>
              <c:pt idx="397">
                <c:v>-48.9722</c:v>
              </c:pt>
              <c:pt idx="398">
                <c:v>-126.9582</c:v>
              </c:pt>
              <c:pt idx="399">
                <c:v>23.9147</c:v>
              </c:pt>
              <c:pt idx="400">
                <c:v>-146.3702</c:v>
              </c:pt>
              <c:pt idx="401">
                <c:v>46.0072</c:v>
              </c:pt>
              <c:pt idx="402">
                <c:v>-28.749</c:v>
              </c:pt>
              <c:pt idx="403">
                <c:v>-47.0981</c:v>
              </c:pt>
              <c:pt idx="404">
                <c:v>21.1008</c:v>
              </c:pt>
              <c:pt idx="405">
                <c:v>-59.3302</c:v>
              </c:pt>
              <c:pt idx="406">
                <c:v>-118.8466</c:v>
              </c:pt>
              <c:pt idx="407">
                <c:v>-114.3268</c:v>
              </c:pt>
              <c:pt idx="408">
                <c:v>-171.8782</c:v>
              </c:pt>
              <c:pt idx="409">
                <c:v>-22.3315</c:v>
              </c:pt>
              <c:pt idx="410">
                <c:v>-37.1876</c:v>
              </c:pt>
              <c:pt idx="411">
                <c:v>-120.3279</c:v>
              </c:pt>
              <c:pt idx="412">
                <c:v>7.9452</c:v>
              </c:pt>
              <c:pt idx="413">
                <c:v>-121.0303</c:v>
              </c:pt>
              <c:pt idx="414">
                <c:v>-129.1048</c:v>
              </c:pt>
              <c:pt idx="415">
                <c:v>-18.3903</c:v>
              </c:pt>
              <c:pt idx="416">
                <c:v>-69.1238</c:v>
              </c:pt>
              <c:pt idx="417">
                <c:v>14.5118</c:v>
              </c:pt>
              <c:pt idx="418">
                <c:v>-83.1164</c:v>
              </c:pt>
              <c:pt idx="419">
                <c:v>-155.3309</c:v>
              </c:pt>
              <c:pt idx="420">
                <c:v>-2.3973</c:v>
              </c:pt>
              <c:pt idx="421">
                <c:v>-97.2283</c:v>
              </c:pt>
              <c:pt idx="422">
                <c:v>-28.5302</c:v>
              </c:pt>
              <c:pt idx="423">
                <c:v>-152.9464</c:v>
              </c:pt>
              <c:pt idx="424">
                <c:v>-73.6407</c:v>
              </c:pt>
              <c:pt idx="425">
                <c:v>-41.9506</c:v>
              </c:pt>
              <c:pt idx="426">
                <c:v>-137.0961</c:v>
              </c:pt>
              <c:pt idx="427">
                <c:v>14.2062</c:v>
              </c:pt>
              <c:pt idx="428">
                <c:v>69.9546</c:v>
              </c:pt>
              <c:pt idx="429">
                <c:v>-33.6682</c:v>
              </c:pt>
              <c:pt idx="430">
                <c:v>-84.3977</c:v>
              </c:pt>
              <c:pt idx="431">
                <c:v>-78.8491</c:v>
              </c:pt>
              <c:pt idx="432">
                <c:v>-71.4691</c:v>
              </c:pt>
              <c:pt idx="433">
                <c:v>8.9588</c:v>
              </c:pt>
              <c:pt idx="434">
                <c:v>-109.9246</c:v>
              </c:pt>
              <c:pt idx="435">
                <c:v>-52.8918</c:v>
              </c:pt>
              <c:pt idx="436">
                <c:v>16.5627</c:v>
              </c:pt>
              <c:pt idx="437">
                <c:v>-108.6583</c:v>
              </c:pt>
              <c:pt idx="438">
                <c:v>-75.708</c:v>
              </c:pt>
              <c:pt idx="439">
                <c:v>-47.0026</c:v>
              </c:pt>
              <c:pt idx="440">
                <c:v>-51.2204</c:v>
              </c:pt>
              <c:pt idx="441">
                <c:v>0.8446</c:v>
              </c:pt>
              <c:pt idx="442">
                <c:v>-50.5136</c:v>
              </c:pt>
              <c:pt idx="443">
                <c:v>-125.2625</c:v>
              </c:pt>
              <c:pt idx="444">
                <c:v>32.56</c:v>
              </c:pt>
              <c:pt idx="445">
                <c:v>-33.1612</c:v>
              </c:pt>
              <c:pt idx="446">
                <c:v>-6.3649</c:v>
              </c:pt>
              <c:pt idx="447">
                <c:v>-72.7927</c:v>
              </c:pt>
              <c:pt idx="448">
                <c:v>-83.7536</c:v>
              </c:pt>
              <c:pt idx="449">
                <c:v>71.2319</c:v>
              </c:pt>
              <c:pt idx="450">
                <c:v>-95.845</c:v>
              </c:pt>
              <c:pt idx="451">
                <c:v>-15.5484</c:v>
              </c:pt>
              <c:pt idx="452">
                <c:v>-134.8923</c:v>
              </c:pt>
              <c:pt idx="453">
                <c:v>-9.2905</c:v>
              </c:pt>
              <c:pt idx="454">
                <c:v>-39.8509</c:v>
              </c:pt>
              <c:pt idx="455">
                <c:v>15.1182</c:v>
              </c:pt>
              <c:pt idx="456">
                <c:v>-60.8179</c:v>
              </c:pt>
              <c:pt idx="457">
                <c:v>45.9851</c:v>
              </c:pt>
              <c:pt idx="458">
                <c:v>43.3274</c:v>
              </c:pt>
              <c:pt idx="459">
                <c:v>91.7479</c:v>
              </c:pt>
              <c:pt idx="460">
                <c:v>-11.863</c:v>
              </c:pt>
              <c:pt idx="461">
                <c:v>-163.0545</c:v>
              </c:pt>
              <c:pt idx="462">
                <c:v>24.9123</c:v>
              </c:pt>
              <c:pt idx="463">
                <c:v>1.8746</c:v>
              </c:pt>
              <c:pt idx="464">
                <c:v>-153.1993</c:v>
              </c:pt>
              <c:pt idx="465">
                <c:v>-101.7686</c:v>
              </c:pt>
              <c:pt idx="466">
                <c:v>-103.3471</c:v>
              </c:pt>
              <c:pt idx="467">
                <c:v>43.6521</c:v>
              </c:pt>
              <c:pt idx="468">
                <c:v>-72.9202</c:v>
              </c:pt>
              <c:pt idx="469">
                <c:v>-95.9627</c:v>
              </c:pt>
              <c:pt idx="470">
                <c:v>-69.426</c:v>
              </c:pt>
              <c:pt idx="471">
                <c:v>-75.9401</c:v>
              </c:pt>
              <c:pt idx="472">
                <c:v>-38.1243</c:v>
              </c:pt>
              <c:pt idx="473">
                <c:v>-74.7376</c:v>
              </c:pt>
              <c:pt idx="474">
                <c:v>17.3482</c:v>
              </c:pt>
              <c:pt idx="475">
                <c:v>-47.6562</c:v>
              </c:pt>
              <c:pt idx="476">
                <c:v>-52.3167</c:v>
              </c:pt>
              <c:pt idx="477">
                <c:v>-85.6031</c:v>
              </c:pt>
              <c:pt idx="478">
                <c:v>83.7374</c:v>
              </c:pt>
              <c:pt idx="479">
                <c:v>-20.8144</c:v>
              </c:pt>
              <c:pt idx="480">
                <c:v>-194.9513</c:v>
              </c:pt>
              <c:pt idx="481">
                <c:v>-3.1443</c:v>
              </c:pt>
              <c:pt idx="482">
                <c:v>-45.077</c:v>
              </c:pt>
              <c:pt idx="483">
                <c:v>10.9934</c:v>
              </c:pt>
              <c:pt idx="484">
                <c:v>56.1841</c:v>
              </c:pt>
              <c:pt idx="485">
                <c:v>-76.1462</c:v>
              </c:pt>
              <c:pt idx="486">
                <c:v>-3.8366</c:v>
              </c:pt>
              <c:pt idx="487">
                <c:v>12.9832</c:v>
              </c:pt>
              <c:pt idx="488">
                <c:v>60.3728</c:v>
              </c:pt>
              <c:pt idx="489">
                <c:v>-83.7514</c:v>
              </c:pt>
              <c:pt idx="490">
                <c:v>4.0845</c:v>
              </c:pt>
              <c:pt idx="491">
                <c:v>-39.9402</c:v>
              </c:pt>
              <c:pt idx="492">
                <c:v>-54.1613</c:v>
              </c:pt>
              <c:pt idx="493">
                <c:v>-95.1661</c:v>
              </c:pt>
              <c:pt idx="494">
                <c:v>44.8475</c:v>
              </c:pt>
              <c:pt idx="495">
                <c:v>4.799</c:v>
              </c:pt>
              <c:pt idx="496">
                <c:v>-9.1701</c:v>
              </c:pt>
              <c:pt idx="497">
                <c:v>-62.8273</c:v>
              </c:pt>
              <c:pt idx="498">
                <c:v>-93.5893</c:v>
              </c:pt>
              <c:pt idx="499">
                <c:v>-39.0319</c:v>
              </c:pt>
            </c:numLit>
          </c:yVal>
        </c:ser>
        <c:ser>
          <c:idx val="2"/>
          <c:order val="2"/>
          <c:tx>
            <c:v>测试点</c:v>
          </c:tx>
          <c:spPr>
            <a:solidFill xmlns:a="http://schemas.openxmlformats.org/drawingml/2006/main">
              <a:srgbClr val="C23B3B"/>
            </a:solidFill>
            <a:ln xmlns:a="http://schemas.openxmlformats.org/drawingml/2006/main" w="0">
              <a:solidFill>
                <a:srgbClr val="C23B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3B3B"/>
              </a:solidFill>
            </c:spPr>
          </c:marker>
          <c:xVal>
            <c:numLit>
              <c:formatCode>General</c:formatCode>
              <c:ptCount val="500"/>
              <c:pt idx="0">
                <c:v>197.7425</c:v>
              </c:pt>
              <c:pt idx="1">
                <c:v>76.2545</c:v>
              </c:pt>
              <c:pt idx="2">
                <c:v>200.1033</c:v>
              </c:pt>
              <c:pt idx="3">
                <c:v>194.2386</c:v>
              </c:pt>
              <c:pt idx="4">
                <c:v>212.7895</c:v>
              </c:pt>
              <c:pt idx="5">
                <c:v>77.2289</c:v>
              </c:pt>
              <c:pt idx="6">
                <c:v>158.4972</c:v>
              </c:pt>
              <c:pt idx="7">
                <c:v>107.4838</c:v>
              </c:pt>
              <c:pt idx="8">
                <c:v>213.2651</c:v>
              </c:pt>
              <c:pt idx="9">
                <c:v>109.0828</c:v>
              </c:pt>
              <c:pt idx="10">
                <c:v>54.4514</c:v>
              </c:pt>
              <c:pt idx="11">
                <c:v>114.2774</c:v>
              </c:pt>
              <c:pt idx="12">
                <c:v>167.4864</c:v>
              </c:pt>
              <c:pt idx="13">
                <c:v>235.3259</c:v>
              </c:pt>
              <c:pt idx="14">
                <c:v>150.4347</c:v>
              </c:pt>
              <c:pt idx="15">
                <c:v>161.542</c:v>
              </c:pt>
              <c:pt idx="16">
                <c:v>78.2281</c:v>
              </c:pt>
              <c:pt idx="17">
                <c:v>158.7253</c:v>
              </c:pt>
              <c:pt idx="18">
                <c:v>55.0411</c:v>
              </c:pt>
              <c:pt idx="19">
                <c:v>136.9417</c:v>
              </c:pt>
              <c:pt idx="20">
                <c:v>169.1372</c:v>
              </c:pt>
              <c:pt idx="21">
                <c:v>133.1006</c:v>
              </c:pt>
              <c:pt idx="22">
                <c:v>109.1683</c:v>
              </c:pt>
              <c:pt idx="23">
                <c:v>112.7432</c:v>
              </c:pt>
              <c:pt idx="24">
                <c:v>203.3682</c:v>
              </c:pt>
              <c:pt idx="25">
                <c:v>147.1879</c:v>
              </c:pt>
              <c:pt idx="26">
                <c:v>193.7332</c:v>
              </c:pt>
              <c:pt idx="27">
                <c:v>222.6642</c:v>
              </c:pt>
              <c:pt idx="28">
                <c:v>117.2351</c:v>
              </c:pt>
              <c:pt idx="29">
                <c:v>197.6712</c:v>
              </c:pt>
              <c:pt idx="30">
                <c:v>174.0147</c:v>
              </c:pt>
              <c:pt idx="31">
                <c:v>59.7066</c:v>
              </c:pt>
              <c:pt idx="32">
                <c:v>108.6125</c:v>
              </c:pt>
              <c:pt idx="33">
                <c:v>214.8979</c:v>
              </c:pt>
              <c:pt idx="34">
                <c:v>214.0472</c:v>
              </c:pt>
              <c:pt idx="35">
                <c:v>126.9674</c:v>
              </c:pt>
              <c:pt idx="36">
                <c:v>59.5984</c:v>
              </c:pt>
              <c:pt idx="37">
                <c:v>230.6044</c:v>
              </c:pt>
              <c:pt idx="38">
                <c:v>158.65</c:v>
              </c:pt>
              <c:pt idx="39">
                <c:v>222.6085</c:v>
              </c:pt>
              <c:pt idx="40">
                <c:v>101.4752</c:v>
              </c:pt>
              <c:pt idx="41">
                <c:v>69.3602</c:v>
              </c:pt>
              <c:pt idx="42">
                <c:v>169.6982</c:v>
              </c:pt>
              <c:pt idx="43">
                <c:v>76.9689</c:v>
              </c:pt>
              <c:pt idx="44">
                <c:v>51.2002</c:v>
              </c:pt>
              <c:pt idx="45">
                <c:v>175.1862</c:v>
              </c:pt>
              <c:pt idx="46">
                <c:v>222.6302</c:v>
              </c:pt>
              <c:pt idx="47">
                <c:v>118.6975</c:v>
              </c:pt>
              <c:pt idx="48">
                <c:v>190.6053</c:v>
              </c:pt>
              <c:pt idx="49">
                <c:v>234.8365</c:v>
              </c:pt>
              <c:pt idx="50">
                <c:v>54.0065</c:v>
              </c:pt>
              <c:pt idx="51">
                <c:v>191.1531</c:v>
              </c:pt>
              <c:pt idx="52">
                <c:v>122.8142</c:v>
              </c:pt>
              <c:pt idx="53">
                <c:v>138.8954</c:v>
              </c:pt>
              <c:pt idx="54">
                <c:v>212.6441</c:v>
              </c:pt>
              <c:pt idx="55">
                <c:v>228.6753</c:v>
              </c:pt>
              <c:pt idx="56">
                <c:v>119.8457</c:v>
              </c:pt>
              <c:pt idx="57">
                <c:v>167.6603</c:v>
              </c:pt>
              <c:pt idx="58">
                <c:v>224.548</c:v>
              </c:pt>
              <c:pt idx="59">
                <c:v>118.023</c:v>
              </c:pt>
              <c:pt idx="60">
                <c:v>195.6805</c:v>
              </c:pt>
              <c:pt idx="61">
                <c:v>74.359</c:v>
              </c:pt>
              <c:pt idx="62">
                <c:v>130.4883</c:v>
              </c:pt>
              <c:pt idx="63">
                <c:v>151.8397</c:v>
              </c:pt>
              <c:pt idx="64">
                <c:v>123.992</c:v>
              </c:pt>
              <c:pt idx="65">
                <c:v>109.1991</c:v>
              </c:pt>
              <c:pt idx="66">
                <c:v>62.8555</c:v>
              </c:pt>
              <c:pt idx="67">
                <c:v>90.9231</c:v>
              </c:pt>
              <c:pt idx="68">
                <c:v>215.5392</c:v>
              </c:pt>
              <c:pt idx="69">
                <c:v>145.3669</c:v>
              </c:pt>
              <c:pt idx="70">
                <c:v>218.2838</c:v>
              </c:pt>
              <c:pt idx="71">
                <c:v>78.7417</c:v>
              </c:pt>
              <c:pt idx="72">
                <c:v>153.9572</c:v>
              </c:pt>
              <c:pt idx="73">
                <c:v>145.7597</c:v>
              </c:pt>
              <c:pt idx="74">
                <c:v>116.4128</c:v>
              </c:pt>
              <c:pt idx="75">
                <c:v>171.9543</c:v>
              </c:pt>
              <c:pt idx="76">
                <c:v>154.9647</c:v>
              </c:pt>
              <c:pt idx="77">
                <c:v>81.8879</c:v>
              </c:pt>
              <c:pt idx="78">
                <c:v>197.4381</c:v>
              </c:pt>
              <c:pt idx="79">
                <c:v>90.8408</c:v>
              </c:pt>
              <c:pt idx="80">
                <c:v>207.4469</c:v>
              </c:pt>
              <c:pt idx="81">
                <c:v>224.1465</c:v>
              </c:pt>
              <c:pt idx="82">
                <c:v>214.7116</c:v>
              </c:pt>
              <c:pt idx="83">
                <c:v>112.4624</c:v>
              </c:pt>
              <c:pt idx="84">
                <c:v>74.9585</c:v>
              </c:pt>
              <c:pt idx="85">
                <c:v>140.5181</c:v>
              </c:pt>
              <c:pt idx="86">
                <c:v>218.8454</c:v>
              </c:pt>
              <c:pt idx="87">
                <c:v>84.9849</c:v>
              </c:pt>
              <c:pt idx="88">
                <c:v>77.2147</c:v>
              </c:pt>
              <c:pt idx="89">
                <c:v>211.5467</c:v>
              </c:pt>
              <c:pt idx="90">
                <c:v>193.4861</c:v>
              </c:pt>
              <c:pt idx="91">
                <c:v>156.3605</c:v>
              </c:pt>
              <c:pt idx="92">
                <c:v>133.5131</c:v>
              </c:pt>
              <c:pt idx="93">
                <c:v>163.0223</c:v>
              </c:pt>
              <c:pt idx="94">
                <c:v>214.0477</c:v>
              </c:pt>
              <c:pt idx="95">
                <c:v>68.319</c:v>
              </c:pt>
              <c:pt idx="96">
                <c:v>128.313</c:v>
              </c:pt>
              <c:pt idx="97">
                <c:v>152.6586</c:v>
              </c:pt>
              <c:pt idx="98">
                <c:v>159.3254</c:v>
              </c:pt>
              <c:pt idx="99">
                <c:v>221.2094</c:v>
              </c:pt>
              <c:pt idx="100">
                <c:v>124.4518</c:v>
              </c:pt>
              <c:pt idx="101">
                <c:v>209.2741</c:v>
              </c:pt>
              <c:pt idx="102">
                <c:v>61.4624</c:v>
              </c:pt>
              <c:pt idx="103">
                <c:v>123.3137</c:v>
              </c:pt>
              <c:pt idx="104">
                <c:v>68.4106</c:v>
              </c:pt>
              <c:pt idx="105">
                <c:v>56.2966</c:v>
              </c:pt>
              <c:pt idx="106">
                <c:v>51.3115</c:v>
              </c:pt>
              <c:pt idx="107">
                <c:v>89.1859</c:v>
              </c:pt>
              <c:pt idx="108">
                <c:v>119.9985</c:v>
              </c:pt>
              <c:pt idx="109">
                <c:v>68.6244</c:v>
              </c:pt>
              <c:pt idx="110">
                <c:v>118.1581</c:v>
              </c:pt>
              <c:pt idx="111">
                <c:v>98.4093</c:v>
              </c:pt>
              <c:pt idx="112">
                <c:v>55.9662</c:v>
              </c:pt>
              <c:pt idx="113">
                <c:v>138.1273</c:v>
              </c:pt>
              <c:pt idx="114">
                <c:v>148.5958</c:v>
              </c:pt>
              <c:pt idx="115">
                <c:v>69.379</c:v>
              </c:pt>
              <c:pt idx="116">
                <c:v>84.7039</c:v>
              </c:pt>
              <c:pt idx="117">
                <c:v>73.4945</c:v>
              </c:pt>
              <c:pt idx="118">
                <c:v>135.822</c:v>
              </c:pt>
              <c:pt idx="119">
                <c:v>132.9569</c:v>
              </c:pt>
              <c:pt idx="120">
                <c:v>114.8423</c:v>
              </c:pt>
              <c:pt idx="121">
                <c:v>187.2805</c:v>
              </c:pt>
              <c:pt idx="122">
                <c:v>155.6856</c:v>
              </c:pt>
              <c:pt idx="123">
                <c:v>111.9391</c:v>
              </c:pt>
              <c:pt idx="124">
                <c:v>96.4071</c:v>
              </c:pt>
              <c:pt idx="125">
                <c:v>69.6923</c:v>
              </c:pt>
              <c:pt idx="126">
                <c:v>165.456</c:v>
              </c:pt>
              <c:pt idx="127">
                <c:v>201.3249</c:v>
              </c:pt>
              <c:pt idx="128">
                <c:v>144.7811</c:v>
              </c:pt>
              <c:pt idx="129">
                <c:v>236.2453</c:v>
              </c:pt>
              <c:pt idx="130">
                <c:v>119.1993</c:v>
              </c:pt>
              <c:pt idx="131">
                <c:v>215.4543</c:v>
              </c:pt>
              <c:pt idx="132">
                <c:v>117.3219</c:v>
              </c:pt>
              <c:pt idx="133">
                <c:v>171.019</c:v>
              </c:pt>
              <c:pt idx="134">
                <c:v>233.8649</c:v>
              </c:pt>
              <c:pt idx="135">
                <c:v>101.827</c:v>
              </c:pt>
              <c:pt idx="136">
                <c:v>66.3035</c:v>
              </c:pt>
              <c:pt idx="137">
                <c:v>150.1514</c:v>
              </c:pt>
              <c:pt idx="138">
                <c:v>162.17</c:v>
              </c:pt>
              <c:pt idx="139">
                <c:v>85.3119</c:v>
              </c:pt>
              <c:pt idx="140">
                <c:v>93.0669</c:v>
              </c:pt>
              <c:pt idx="141">
                <c:v>57.944</c:v>
              </c:pt>
              <c:pt idx="142">
                <c:v>114.346</c:v>
              </c:pt>
              <c:pt idx="143">
                <c:v>50.0732</c:v>
              </c:pt>
              <c:pt idx="144">
                <c:v>196.53</c:v>
              </c:pt>
              <c:pt idx="145">
                <c:v>120.6631</c:v>
              </c:pt>
              <c:pt idx="146">
                <c:v>245.1974</c:v>
              </c:pt>
              <c:pt idx="147">
                <c:v>224.8633</c:v>
              </c:pt>
              <c:pt idx="148">
                <c:v>171.1536</c:v>
              </c:pt>
              <c:pt idx="149">
                <c:v>100.5375</c:v>
              </c:pt>
              <c:pt idx="150">
                <c:v>204.2336</c:v>
              </c:pt>
              <c:pt idx="151">
                <c:v>188.14</c:v>
              </c:pt>
              <c:pt idx="152">
                <c:v>152.5782</c:v>
              </c:pt>
              <c:pt idx="153">
                <c:v>202.3964</c:v>
              </c:pt>
              <c:pt idx="154">
                <c:v>199.2257</c:v>
              </c:pt>
              <c:pt idx="155">
                <c:v>160.3186</c:v>
              </c:pt>
              <c:pt idx="156">
                <c:v>86.1304</c:v>
              </c:pt>
              <c:pt idx="157">
                <c:v>213.537</c:v>
              </c:pt>
              <c:pt idx="158">
                <c:v>151.4877</c:v>
              </c:pt>
              <c:pt idx="159">
                <c:v>172.729</c:v>
              </c:pt>
              <c:pt idx="160">
                <c:v>191.7838</c:v>
              </c:pt>
              <c:pt idx="161">
                <c:v>189.2058</c:v>
              </c:pt>
              <c:pt idx="162">
                <c:v>216.5172</c:v>
              </c:pt>
              <c:pt idx="163">
                <c:v>229.081</c:v>
              </c:pt>
              <c:pt idx="164">
                <c:v>135.0565</c:v>
              </c:pt>
              <c:pt idx="165">
                <c:v>209.3828</c:v>
              </c:pt>
              <c:pt idx="166">
                <c:v>82.2276</c:v>
              </c:pt>
              <c:pt idx="167">
                <c:v>81.8044</c:v>
              </c:pt>
              <c:pt idx="168">
                <c:v>186.2874</c:v>
              </c:pt>
              <c:pt idx="169">
                <c:v>123.5964</c:v>
              </c:pt>
              <c:pt idx="170">
                <c:v>87.0459</c:v>
              </c:pt>
              <c:pt idx="171">
                <c:v>79.155</c:v>
              </c:pt>
              <c:pt idx="172">
                <c:v>62.2291</c:v>
              </c:pt>
              <c:pt idx="173">
                <c:v>219.9</c:v>
              </c:pt>
              <c:pt idx="174">
                <c:v>101.18</c:v>
              </c:pt>
              <c:pt idx="175">
                <c:v>156.2222</c:v>
              </c:pt>
              <c:pt idx="176">
                <c:v>189.461</c:v>
              </c:pt>
              <c:pt idx="177">
                <c:v>94.2054</c:v>
              </c:pt>
              <c:pt idx="178">
                <c:v>87.0416</c:v>
              </c:pt>
              <c:pt idx="179">
                <c:v>64.7795</c:v>
              </c:pt>
              <c:pt idx="180">
                <c:v>158.38</c:v>
              </c:pt>
              <c:pt idx="181">
                <c:v>65.4282</c:v>
              </c:pt>
              <c:pt idx="182">
                <c:v>66.9762</c:v>
              </c:pt>
              <c:pt idx="183">
                <c:v>221.2337</c:v>
              </c:pt>
              <c:pt idx="184">
                <c:v>83.2978</c:v>
              </c:pt>
              <c:pt idx="185">
                <c:v>57.0123</c:v>
              </c:pt>
              <c:pt idx="186">
                <c:v>181.9092</c:v>
              </c:pt>
              <c:pt idx="187">
                <c:v>212.3149</c:v>
              </c:pt>
              <c:pt idx="188">
                <c:v>226.5121</c:v>
              </c:pt>
              <c:pt idx="189">
                <c:v>223.0978</c:v>
              </c:pt>
              <c:pt idx="190">
                <c:v>59.8355</c:v>
              </c:pt>
              <c:pt idx="191">
                <c:v>136.3276</c:v>
              </c:pt>
              <c:pt idx="192">
                <c:v>191.2484</c:v>
              </c:pt>
              <c:pt idx="193">
                <c:v>143.0825</c:v>
              </c:pt>
              <c:pt idx="194">
                <c:v>126.156</c:v>
              </c:pt>
              <c:pt idx="195">
                <c:v>204.4574</c:v>
              </c:pt>
              <c:pt idx="196">
                <c:v>95.6552</c:v>
              </c:pt>
              <c:pt idx="197">
                <c:v>99.3572</c:v>
              </c:pt>
              <c:pt idx="198">
                <c:v>175.2369</c:v>
              </c:pt>
              <c:pt idx="199">
                <c:v>176.8</c:v>
              </c:pt>
              <c:pt idx="200">
                <c:v>99.6323</c:v>
              </c:pt>
              <c:pt idx="201">
                <c:v>87.3515</c:v>
              </c:pt>
              <c:pt idx="202">
                <c:v>136.2347</c:v>
              </c:pt>
              <c:pt idx="203">
                <c:v>174.6832</c:v>
              </c:pt>
              <c:pt idx="204">
                <c:v>125.1808</c:v>
              </c:pt>
              <c:pt idx="205">
                <c:v>237.3799</c:v>
              </c:pt>
              <c:pt idx="206">
                <c:v>191.1071</c:v>
              </c:pt>
              <c:pt idx="207">
                <c:v>74.1533</c:v>
              </c:pt>
              <c:pt idx="208">
                <c:v>167.0118</c:v>
              </c:pt>
              <c:pt idx="209">
                <c:v>179.049</c:v>
              </c:pt>
              <c:pt idx="210">
                <c:v>199.6038</c:v>
              </c:pt>
              <c:pt idx="211">
                <c:v>65.838</c:v>
              </c:pt>
              <c:pt idx="212">
                <c:v>78.191</c:v>
              </c:pt>
              <c:pt idx="213">
                <c:v>239.1501</c:v>
              </c:pt>
              <c:pt idx="214">
                <c:v>71.1832</c:v>
              </c:pt>
              <c:pt idx="215">
                <c:v>103.7687</c:v>
              </c:pt>
              <c:pt idx="216">
                <c:v>79.7987</c:v>
              </c:pt>
              <c:pt idx="217">
                <c:v>205.7852</c:v>
              </c:pt>
              <c:pt idx="218">
                <c:v>78.5894</c:v>
              </c:pt>
              <c:pt idx="219">
                <c:v>90.8263</c:v>
              </c:pt>
              <c:pt idx="220">
                <c:v>159.9852</c:v>
              </c:pt>
              <c:pt idx="221">
                <c:v>187.742</c:v>
              </c:pt>
              <c:pt idx="222">
                <c:v>104.4256</c:v>
              </c:pt>
              <c:pt idx="223">
                <c:v>111.4161</c:v>
              </c:pt>
              <c:pt idx="224">
                <c:v>227.2488</c:v>
              </c:pt>
              <c:pt idx="225">
                <c:v>232.955</c:v>
              </c:pt>
              <c:pt idx="226">
                <c:v>86.3221</c:v>
              </c:pt>
              <c:pt idx="227">
                <c:v>57.7788</c:v>
              </c:pt>
              <c:pt idx="228">
                <c:v>165.5245</c:v>
              </c:pt>
              <c:pt idx="229">
                <c:v>199.975</c:v>
              </c:pt>
              <c:pt idx="230">
                <c:v>225.263</c:v>
              </c:pt>
              <c:pt idx="231">
                <c:v>176.5478</c:v>
              </c:pt>
              <c:pt idx="232">
                <c:v>174.23</c:v>
              </c:pt>
              <c:pt idx="233">
                <c:v>57.9602</c:v>
              </c:pt>
              <c:pt idx="234">
                <c:v>69.137</c:v>
              </c:pt>
              <c:pt idx="235">
                <c:v>79.5152</c:v>
              </c:pt>
              <c:pt idx="236">
                <c:v>96.2442</c:v>
              </c:pt>
              <c:pt idx="237">
                <c:v>224.4229</c:v>
              </c:pt>
              <c:pt idx="238">
                <c:v>80.8064</c:v>
              </c:pt>
              <c:pt idx="239">
                <c:v>213.1576</c:v>
              </c:pt>
              <c:pt idx="240">
                <c:v>184.9942</c:v>
              </c:pt>
              <c:pt idx="241">
                <c:v>142.3498</c:v>
              </c:pt>
              <c:pt idx="242">
                <c:v>151.9983</c:v>
              </c:pt>
              <c:pt idx="243">
                <c:v>238.2616</c:v>
              </c:pt>
              <c:pt idx="244">
                <c:v>147.7949</c:v>
              </c:pt>
              <c:pt idx="245">
                <c:v>123.555</c:v>
              </c:pt>
              <c:pt idx="246">
                <c:v>130.5143</c:v>
              </c:pt>
              <c:pt idx="247">
                <c:v>144.1068</c:v>
              </c:pt>
              <c:pt idx="248">
                <c:v>229.217</c:v>
              </c:pt>
              <c:pt idx="249">
                <c:v>53.4162</c:v>
              </c:pt>
              <c:pt idx="250">
                <c:v>123.8648</c:v>
              </c:pt>
              <c:pt idx="251">
                <c:v>167.4515</c:v>
              </c:pt>
              <c:pt idx="252">
                <c:v>114.2604</c:v>
              </c:pt>
              <c:pt idx="253">
                <c:v>203.3449</c:v>
              </c:pt>
              <c:pt idx="254">
                <c:v>95.9461</c:v>
              </c:pt>
              <c:pt idx="255">
                <c:v>235.0649</c:v>
              </c:pt>
              <c:pt idx="256">
                <c:v>63.9985</c:v>
              </c:pt>
              <c:pt idx="257">
                <c:v>235.6609</c:v>
              </c:pt>
              <c:pt idx="258">
                <c:v>91.8057</c:v>
              </c:pt>
              <c:pt idx="259">
                <c:v>108.8051</c:v>
              </c:pt>
              <c:pt idx="260">
                <c:v>131.1739</c:v>
              </c:pt>
              <c:pt idx="261">
                <c:v>167.1697</c:v>
              </c:pt>
              <c:pt idx="262">
                <c:v>61.9893</c:v>
              </c:pt>
              <c:pt idx="263">
                <c:v>222.3798</c:v>
              </c:pt>
              <c:pt idx="264">
                <c:v>67.8831</c:v>
              </c:pt>
              <c:pt idx="265">
                <c:v>142.9166</c:v>
              </c:pt>
              <c:pt idx="266">
                <c:v>185.9601</c:v>
              </c:pt>
              <c:pt idx="267">
                <c:v>70.4882</c:v>
              </c:pt>
              <c:pt idx="268">
                <c:v>73.5858</c:v>
              </c:pt>
              <c:pt idx="269">
                <c:v>128.8429</c:v>
              </c:pt>
              <c:pt idx="270">
                <c:v>132.3462</c:v>
              </c:pt>
              <c:pt idx="271">
                <c:v>142.2296</c:v>
              </c:pt>
              <c:pt idx="272">
                <c:v>167.8519</c:v>
              </c:pt>
              <c:pt idx="273">
                <c:v>193.3205</c:v>
              </c:pt>
              <c:pt idx="274">
                <c:v>50.547</c:v>
              </c:pt>
              <c:pt idx="275">
                <c:v>74.471</c:v>
              </c:pt>
              <c:pt idx="276">
                <c:v>177.1137</c:v>
              </c:pt>
              <c:pt idx="277">
                <c:v>141.1898</c:v>
              </c:pt>
              <c:pt idx="278">
                <c:v>166.9406</c:v>
              </c:pt>
              <c:pt idx="279">
                <c:v>179.6127</c:v>
              </c:pt>
              <c:pt idx="280">
                <c:v>189.1995</c:v>
              </c:pt>
              <c:pt idx="281">
                <c:v>119.4969</c:v>
              </c:pt>
              <c:pt idx="282">
                <c:v>237.0884</c:v>
              </c:pt>
              <c:pt idx="283">
                <c:v>95.9237</c:v>
              </c:pt>
              <c:pt idx="284">
                <c:v>74.4368</c:v>
              </c:pt>
              <c:pt idx="285">
                <c:v>158.4653</c:v>
              </c:pt>
              <c:pt idx="286">
                <c:v>141.0985</c:v>
              </c:pt>
              <c:pt idx="287">
                <c:v>241.7713</c:v>
              </c:pt>
              <c:pt idx="288">
                <c:v>136.0865</c:v>
              </c:pt>
              <c:pt idx="289">
                <c:v>56.8518</c:v>
              </c:pt>
              <c:pt idx="290">
                <c:v>111.629</c:v>
              </c:pt>
              <c:pt idx="291">
                <c:v>53.454</c:v>
              </c:pt>
              <c:pt idx="292">
                <c:v>63.8117</c:v>
              </c:pt>
              <c:pt idx="293">
                <c:v>54.3448</c:v>
              </c:pt>
              <c:pt idx="294">
                <c:v>209.4045</c:v>
              </c:pt>
              <c:pt idx="295">
                <c:v>99.4966</c:v>
              </c:pt>
              <c:pt idx="296">
                <c:v>195.4149</c:v>
              </c:pt>
              <c:pt idx="297">
                <c:v>92.2053</c:v>
              </c:pt>
              <c:pt idx="298">
                <c:v>183.0839</c:v>
              </c:pt>
              <c:pt idx="299">
                <c:v>74.7685</c:v>
              </c:pt>
              <c:pt idx="300">
                <c:v>187.2065</c:v>
              </c:pt>
              <c:pt idx="301">
                <c:v>210.5719</c:v>
              </c:pt>
              <c:pt idx="302">
                <c:v>63.0009</c:v>
              </c:pt>
              <c:pt idx="303">
                <c:v>246.4104</c:v>
              </c:pt>
              <c:pt idx="304">
                <c:v>235.8792</c:v>
              </c:pt>
              <c:pt idx="305">
                <c:v>76.5071</c:v>
              </c:pt>
              <c:pt idx="306">
                <c:v>233.7289</c:v>
              </c:pt>
              <c:pt idx="307">
                <c:v>75.7753</c:v>
              </c:pt>
              <c:pt idx="308">
                <c:v>83.1802</c:v>
              </c:pt>
              <c:pt idx="309">
                <c:v>205.3263</c:v>
              </c:pt>
              <c:pt idx="310">
                <c:v>85.0779</c:v>
              </c:pt>
              <c:pt idx="311">
                <c:v>83.168</c:v>
              </c:pt>
              <c:pt idx="312">
                <c:v>246.9192</c:v>
              </c:pt>
              <c:pt idx="313">
                <c:v>225.1508</c:v>
              </c:pt>
              <c:pt idx="314">
                <c:v>133.756</c:v>
              </c:pt>
              <c:pt idx="315">
                <c:v>68.6919</c:v>
              </c:pt>
              <c:pt idx="316">
                <c:v>61.7487</c:v>
              </c:pt>
              <c:pt idx="317">
                <c:v>68.9474</c:v>
              </c:pt>
              <c:pt idx="318">
                <c:v>74.9759</c:v>
              </c:pt>
              <c:pt idx="319">
                <c:v>89.6777</c:v>
              </c:pt>
              <c:pt idx="320">
                <c:v>66.3228</c:v>
              </c:pt>
              <c:pt idx="321">
                <c:v>194.4202</c:v>
              </c:pt>
              <c:pt idx="322">
                <c:v>132.9133</c:v>
              </c:pt>
              <c:pt idx="323">
                <c:v>226.8099</c:v>
              </c:pt>
              <c:pt idx="324">
                <c:v>58.2082</c:v>
              </c:pt>
              <c:pt idx="325">
                <c:v>120.8962</c:v>
              </c:pt>
              <c:pt idx="326">
                <c:v>201.7723</c:v>
              </c:pt>
              <c:pt idx="327">
                <c:v>175.2479</c:v>
              </c:pt>
              <c:pt idx="328">
                <c:v>80.3913</c:v>
              </c:pt>
              <c:pt idx="329">
                <c:v>163.6724</c:v>
              </c:pt>
              <c:pt idx="330">
                <c:v>82.3379</c:v>
              </c:pt>
              <c:pt idx="331">
                <c:v>62.8063</c:v>
              </c:pt>
              <c:pt idx="332">
                <c:v>133.4226</c:v>
              </c:pt>
              <c:pt idx="333">
                <c:v>119.1447</c:v>
              </c:pt>
              <c:pt idx="334">
                <c:v>206.2293</c:v>
              </c:pt>
              <c:pt idx="335">
                <c:v>97.144</c:v>
              </c:pt>
              <c:pt idx="336">
                <c:v>170.8771</c:v>
              </c:pt>
              <c:pt idx="337">
                <c:v>69.4256</c:v>
              </c:pt>
              <c:pt idx="338">
                <c:v>121.2577</c:v>
              </c:pt>
              <c:pt idx="339">
                <c:v>147.0514</c:v>
              </c:pt>
              <c:pt idx="340">
                <c:v>55.9408</c:v>
              </c:pt>
              <c:pt idx="341">
                <c:v>240.7944</c:v>
              </c:pt>
              <c:pt idx="342">
                <c:v>111.0962</c:v>
              </c:pt>
              <c:pt idx="343">
                <c:v>246.9959</c:v>
              </c:pt>
              <c:pt idx="344">
                <c:v>202.6006</c:v>
              </c:pt>
              <c:pt idx="345">
                <c:v>98.5605</c:v>
              </c:pt>
              <c:pt idx="346">
                <c:v>193.9648</c:v>
              </c:pt>
              <c:pt idx="347">
                <c:v>179.9655</c:v>
              </c:pt>
              <c:pt idx="348">
                <c:v>139.9239</c:v>
              </c:pt>
              <c:pt idx="349">
                <c:v>83.818</c:v>
              </c:pt>
              <c:pt idx="350">
                <c:v>65.9819</c:v>
              </c:pt>
              <c:pt idx="351">
                <c:v>52.6862</c:v>
              </c:pt>
              <c:pt idx="352">
                <c:v>193.2409</c:v>
              </c:pt>
              <c:pt idx="353">
                <c:v>116.3029</c:v>
              </c:pt>
              <c:pt idx="354">
                <c:v>134.3228</c:v>
              </c:pt>
              <c:pt idx="355">
                <c:v>144.4032</c:v>
              </c:pt>
              <c:pt idx="356">
                <c:v>72.2278</c:v>
              </c:pt>
              <c:pt idx="357">
                <c:v>124.7743</c:v>
              </c:pt>
              <c:pt idx="358">
                <c:v>188.6888</c:v>
              </c:pt>
              <c:pt idx="359">
                <c:v>179.2206</c:v>
              </c:pt>
              <c:pt idx="360">
                <c:v>190.6703</c:v>
              </c:pt>
              <c:pt idx="361">
                <c:v>62.5953</c:v>
              </c:pt>
              <c:pt idx="362">
                <c:v>185.9759</c:v>
              </c:pt>
              <c:pt idx="363">
                <c:v>186.857</c:v>
              </c:pt>
              <c:pt idx="364">
                <c:v>111.8251</c:v>
              </c:pt>
              <c:pt idx="365">
                <c:v>99.8568</c:v>
              </c:pt>
              <c:pt idx="366">
                <c:v>208.1857</c:v>
              </c:pt>
              <c:pt idx="367">
                <c:v>155.3117</c:v>
              </c:pt>
              <c:pt idx="368">
                <c:v>151.8648</c:v>
              </c:pt>
              <c:pt idx="369">
                <c:v>150.4393</c:v>
              </c:pt>
              <c:pt idx="370">
                <c:v>104.2707</c:v>
              </c:pt>
              <c:pt idx="371">
                <c:v>88.3579</c:v>
              </c:pt>
              <c:pt idx="372">
                <c:v>116.4775</c:v>
              </c:pt>
              <c:pt idx="373">
                <c:v>52.1092</c:v>
              </c:pt>
              <c:pt idx="374">
                <c:v>184.6165</c:v>
              </c:pt>
              <c:pt idx="375">
                <c:v>161.3095</c:v>
              </c:pt>
              <c:pt idx="376">
                <c:v>75.6188</c:v>
              </c:pt>
              <c:pt idx="377">
                <c:v>231.8568</c:v>
              </c:pt>
              <c:pt idx="378">
                <c:v>159.0425</c:v>
              </c:pt>
              <c:pt idx="379">
                <c:v>87.8608</c:v>
              </c:pt>
              <c:pt idx="380">
                <c:v>121.8249</c:v>
              </c:pt>
              <c:pt idx="381">
                <c:v>77.4173</c:v>
              </c:pt>
              <c:pt idx="382">
                <c:v>96.2088</c:v>
              </c:pt>
              <c:pt idx="383">
                <c:v>187.5476</c:v>
              </c:pt>
              <c:pt idx="384">
                <c:v>79.8902</c:v>
              </c:pt>
              <c:pt idx="385">
                <c:v>215.0158</c:v>
              </c:pt>
              <c:pt idx="386">
                <c:v>166.9839</c:v>
              </c:pt>
              <c:pt idx="387">
                <c:v>201.8119</c:v>
              </c:pt>
              <c:pt idx="388">
                <c:v>167.2212</c:v>
              </c:pt>
              <c:pt idx="389">
                <c:v>232.4409</c:v>
              </c:pt>
              <c:pt idx="390">
                <c:v>87.6236</c:v>
              </c:pt>
              <c:pt idx="391">
                <c:v>149.4923</c:v>
              </c:pt>
              <c:pt idx="392">
                <c:v>233.1256</c:v>
              </c:pt>
              <c:pt idx="393">
                <c:v>57.2597</c:v>
              </c:pt>
              <c:pt idx="394">
                <c:v>174.0262</c:v>
              </c:pt>
              <c:pt idx="395">
                <c:v>137.8984</c:v>
              </c:pt>
              <c:pt idx="396">
                <c:v>218.7446</c:v>
              </c:pt>
              <c:pt idx="397">
                <c:v>219.414</c:v>
              </c:pt>
              <c:pt idx="398">
                <c:v>246.2531</c:v>
              </c:pt>
              <c:pt idx="399">
                <c:v>147.0336</c:v>
              </c:pt>
              <c:pt idx="400">
                <c:v>244.0058</c:v>
              </c:pt>
              <c:pt idx="401">
                <c:v>170.1337</c:v>
              </c:pt>
              <c:pt idx="402">
                <c:v>151.4973</c:v>
              </c:pt>
              <c:pt idx="403">
                <c:v>200.5166</c:v>
              </c:pt>
              <c:pt idx="404">
                <c:v>115.0289</c:v>
              </c:pt>
              <c:pt idx="405">
                <c:v>173.8776</c:v>
              </c:pt>
              <c:pt idx="406">
                <c:v>82.0425</c:v>
              </c:pt>
              <c:pt idx="407">
                <c:v>168.0942</c:v>
              </c:pt>
              <c:pt idx="408">
                <c:v>93.8973</c:v>
              </c:pt>
              <c:pt idx="409">
                <c:v>109.1206</c:v>
              </c:pt>
              <c:pt idx="410">
                <c:v>233.9127</c:v>
              </c:pt>
              <c:pt idx="411">
                <c:v>228.7573</c:v>
              </c:pt>
              <c:pt idx="412">
                <c:v>168.8376</c:v>
              </c:pt>
              <c:pt idx="413">
                <c:v>213.2749</c:v>
              </c:pt>
              <c:pt idx="414">
                <c:v>85.8634</c:v>
              </c:pt>
              <c:pt idx="415">
                <c:v>153.6969</c:v>
              </c:pt>
              <c:pt idx="416">
                <c:v>229.616</c:v>
              </c:pt>
              <c:pt idx="417">
                <c:v>150.6961</c:v>
              </c:pt>
              <c:pt idx="418">
                <c:v>179.3045</c:v>
              </c:pt>
              <c:pt idx="419">
                <c:v>54.8011</c:v>
              </c:pt>
              <c:pt idx="420">
                <c:v>95.522</c:v>
              </c:pt>
              <c:pt idx="421">
                <c:v>141.7048</c:v>
              </c:pt>
              <c:pt idx="422">
                <c:v>54.374</c:v>
              </c:pt>
              <c:pt idx="423">
                <c:v>187.3948</c:v>
              </c:pt>
              <c:pt idx="424">
                <c:v>65.6726</c:v>
              </c:pt>
              <c:pt idx="425">
                <c:v>162.7187</c:v>
              </c:pt>
              <c:pt idx="426">
                <c:v>148.0901</c:v>
              </c:pt>
              <c:pt idx="427">
                <c:v>105.2807</c:v>
              </c:pt>
              <c:pt idx="428">
                <c:v>88.3526</c:v>
              </c:pt>
              <c:pt idx="429">
                <c:v>140.1865</c:v>
              </c:pt>
              <c:pt idx="430">
                <c:v>101.6546</c:v>
              </c:pt>
              <c:pt idx="431">
                <c:v>141.6776</c:v>
              </c:pt>
              <c:pt idx="432">
                <c:v>93.9285</c:v>
              </c:pt>
              <c:pt idx="433">
                <c:v>164.6295</c:v>
              </c:pt>
              <c:pt idx="434">
                <c:v>107.7128</c:v>
              </c:pt>
              <c:pt idx="435">
                <c:v>169.1829</c:v>
              </c:pt>
              <c:pt idx="436">
                <c:v>54.0852</c:v>
              </c:pt>
              <c:pt idx="437">
                <c:v>208.7822</c:v>
              </c:pt>
              <c:pt idx="438">
                <c:v>210.7481</c:v>
              </c:pt>
              <c:pt idx="439">
                <c:v>103.4853</c:v>
              </c:pt>
              <c:pt idx="440">
                <c:v>114.0075</c:v>
              </c:pt>
              <c:pt idx="441">
                <c:v>83.2805</c:v>
              </c:pt>
              <c:pt idx="442">
                <c:v>192.3587</c:v>
              </c:pt>
              <c:pt idx="443">
                <c:v>203.708</c:v>
              </c:pt>
              <c:pt idx="444">
                <c:v>135.2582</c:v>
              </c:pt>
              <c:pt idx="445">
                <c:v>67.769</c:v>
              </c:pt>
              <c:pt idx="446">
                <c:v>117.9465</c:v>
              </c:pt>
              <c:pt idx="447">
                <c:v>213.4631</c:v>
              </c:pt>
              <c:pt idx="448">
                <c:v>122.4431</c:v>
              </c:pt>
              <c:pt idx="449">
                <c:v>171.8816</c:v>
              </c:pt>
              <c:pt idx="450">
                <c:v>110.8108</c:v>
              </c:pt>
              <c:pt idx="451">
                <c:v>137.94</c:v>
              </c:pt>
              <c:pt idx="452">
                <c:v>77.2227</c:v>
              </c:pt>
              <c:pt idx="453">
                <c:v>194.9599</c:v>
              </c:pt>
              <c:pt idx="454">
                <c:v>190.1888</c:v>
              </c:pt>
              <c:pt idx="455">
                <c:v>230.1042</c:v>
              </c:pt>
              <c:pt idx="456">
                <c:v>177.8567</c:v>
              </c:pt>
              <c:pt idx="457">
                <c:v>181.8022</c:v>
              </c:pt>
              <c:pt idx="458">
                <c:v>118.8899</c:v>
              </c:pt>
              <c:pt idx="459">
                <c:v>177.5832</c:v>
              </c:pt>
              <c:pt idx="460">
                <c:v>146.558</c:v>
              </c:pt>
              <c:pt idx="461">
                <c:v>173.4532</c:v>
              </c:pt>
              <c:pt idx="462">
                <c:v>228.2535</c:v>
              </c:pt>
              <c:pt idx="463">
                <c:v>160.5375</c:v>
              </c:pt>
              <c:pt idx="464">
                <c:v>153.3412</c:v>
              </c:pt>
              <c:pt idx="465">
                <c:v>198.5952</c:v>
              </c:pt>
              <c:pt idx="466">
                <c:v>54.5982</c:v>
              </c:pt>
              <c:pt idx="467">
                <c:v>135.4744</c:v>
              </c:pt>
              <c:pt idx="468">
                <c:v>220.5866</c:v>
              </c:pt>
              <c:pt idx="469">
                <c:v>73.7542</c:v>
              </c:pt>
              <c:pt idx="470">
                <c:v>182.3488</c:v>
              </c:pt>
              <c:pt idx="471">
                <c:v>145.1253</c:v>
              </c:pt>
              <c:pt idx="472">
                <c:v>101.1098</c:v>
              </c:pt>
              <c:pt idx="473">
                <c:v>197.3069</c:v>
              </c:pt>
              <c:pt idx="474">
                <c:v>208.8538</c:v>
              </c:pt>
              <c:pt idx="475">
                <c:v>194.1028</c:v>
              </c:pt>
              <c:pt idx="476">
                <c:v>80.6225</c:v>
              </c:pt>
              <c:pt idx="477">
                <c:v>105.7132</c:v>
              </c:pt>
              <c:pt idx="478">
                <c:v>60.9364</c:v>
              </c:pt>
              <c:pt idx="479">
                <c:v>95.5979</c:v>
              </c:pt>
              <c:pt idx="480">
                <c:v>185.2167</c:v>
              </c:pt>
              <c:pt idx="481">
                <c:v>126.0338</c:v>
              </c:pt>
              <c:pt idx="482">
                <c:v>91.7063</c:v>
              </c:pt>
              <c:pt idx="483">
                <c:v>57.7207</c:v>
              </c:pt>
              <c:pt idx="484">
                <c:v>121.7591</c:v>
              </c:pt>
              <c:pt idx="485">
                <c:v>154.3494</c:v>
              </c:pt>
              <c:pt idx="486">
                <c:v>126.1472</c:v>
              </c:pt>
              <c:pt idx="487">
                <c:v>223.8887</c:v>
              </c:pt>
              <c:pt idx="488">
                <c:v>140.9802</c:v>
              </c:pt>
              <c:pt idx="489">
                <c:v>56.7827</c:v>
              </c:pt>
              <c:pt idx="490">
                <c:v>210.3694</c:v>
              </c:pt>
              <c:pt idx="491">
                <c:v>208.5901</c:v>
              </c:pt>
              <c:pt idx="492">
                <c:v>101.1656</c:v>
              </c:pt>
              <c:pt idx="493">
                <c:v>243.7953</c:v>
              </c:pt>
              <c:pt idx="494">
                <c:v>143.6588</c:v>
              </c:pt>
              <c:pt idx="495">
                <c:v>65.0339</c:v>
              </c:pt>
              <c:pt idx="496">
                <c:v>145.8412</c:v>
              </c:pt>
              <c:pt idx="497">
                <c:v>231.7214</c:v>
              </c:pt>
              <c:pt idx="498">
                <c:v>98.4514</c:v>
              </c:pt>
              <c:pt idx="499">
                <c:v>114.1454</c:v>
              </c:pt>
            </c:numLit>
          </c:xVal>
          <c:yVal>
            <c:numLit>
              <c:formatCode>General</c:formatCode>
              <c:ptCount val="500"/>
              <c:pt idx="0">
                <c:v>-53.7663</c:v>
              </c:pt>
              <c:pt idx="1">
                <c:v>-102.46</c:v>
              </c:pt>
              <c:pt idx="2">
                <c:v>-116.7049</c:v>
              </c:pt>
              <c:pt idx="3">
                <c:v>45.1012</c:v>
              </c:pt>
              <c:pt idx="4">
                <c:v>88.1571</c:v>
              </c:pt>
              <c:pt idx="5">
                <c:v>-16.3842</c:v>
              </c:pt>
              <c:pt idx="6">
                <c:v>-163.1343</c:v>
              </c:pt>
              <c:pt idx="7">
                <c:v>-21.4781</c:v>
              </c:pt>
              <c:pt idx="8">
                <c:v>39.0676</c:v>
              </c:pt>
              <c:pt idx="9">
                <c:v>6.4582</c:v>
              </c:pt>
              <c:pt idx="10">
                <c:v>-134.7044</c:v>
              </c:pt>
              <c:pt idx="11">
                <c:v>-187.8246</c:v>
              </c:pt>
              <c:pt idx="12">
                <c:v>11.0375</c:v>
              </c:pt>
              <c:pt idx="13">
                <c:v>-1.579</c:v>
              </c:pt>
              <c:pt idx="14">
                <c:v>-102.3362</c:v>
              </c:pt>
              <c:pt idx="15">
                <c:v>-68.7561</c:v>
              </c:pt>
              <c:pt idx="16">
                <c:v>-186.4427</c:v>
              </c:pt>
              <c:pt idx="17">
                <c:v>-55.6481</c:v>
              </c:pt>
              <c:pt idx="18">
                <c:v>-166.3687</c:v>
              </c:pt>
              <c:pt idx="19">
                <c:v>-65.7211</c:v>
              </c:pt>
              <c:pt idx="20">
                <c:v>-72.9889</c:v>
              </c:pt>
              <c:pt idx="21">
                <c:v>-46.1328</c:v>
              </c:pt>
              <c:pt idx="22">
                <c:v>-11.668</c:v>
              </c:pt>
              <c:pt idx="23">
                <c:v>-23.9461</c:v>
              </c:pt>
              <c:pt idx="24">
                <c:v>-3.9587</c:v>
              </c:pt>
              <c:pt idx="25">
                <c:v>-123.7719</c:v>
              </c:pt>
              <c:pt idx="26">
                <c:v>-63.0705</c:v>
              </c:pt>
              <c:pt idx="27">
                <c:v>10.9505</c:v>
              </c:pt>
              <c:pt idx="28">
                <c:v>-53.3497</c:v>
              </c:pt>
              <c:pt idx="29">
                <c:v>1.4034</c:v>
              </c:pt>
              <c:pt idx="30">
                <c:v>35.9409</c:v>
              </c:pt>
              <c:pt idx="31">
                <c:v>-157.5106</c:v>
              </c:pt>
              <c:pt idx="32">
                <c:v>-71.6159</c:v>
              </c:pt>
              <c:pt idx="33">
                <c:v>-65.576</c:v>
              </c:pt>
              <c:pt idx="34">
                <c:v>-98.0412</c:v>
              </c:pt>
              <c:pt idx="35">
                <c:v>-18.0235</c:v>
              </c:pt>
              <c:pt idx="36">
                <c:v>-46.3572</c:v>
              </c:pt>
              <c:pt idx="37">
                <c:v>55.3131</c:v>
              </c:pt>
              <c:pt idx="38">
                <c:v>-60.7135</c:v>
              </c:pt>
              <c:pt idx="39">
                <c:v>60.0734</c:v>
              </c:pt>
              <c:pt idx="40">
                <c:v>-80.9971</c:v>
              </c:pt>
              <c:pt idx="41">
                <c:v>-165.8974</c:v>
              </c:pt>
              <c:pt idx="42">
                <c:v>-63.9847</c:v>
              </c:pt>
              <c:pt idx="43">
                <c:v>-30.7679</c:v>
              </c:pt>
              <c:pt idx="44">
                <c:v>-145.8864</c:v>
              </c:pt>
              <c:pt idx="45">
                <c:v>-17.4964</c:v>
              </c:pt>
              <c:pt idx="46">
                <c:v>77.9956</c:v>
              </c:pt>
              <c:pt idx="47">
                <c:v>-30.9269</c:v>
              </c:pt>
              <c:pt idx="48">
                <c:v>-22.685</c:v>
              </c:pt>
              <c:pt idx="49">
                <c:v>18.7137</c:v>
              </c:pt>
              <c:pt idx="50">
                <c:v>-77.8571</c:v>
              </c:pt>
              <c:pt idx="51">
                <c:v>-25.6411</c:v>
              </c:pt>
              <c:pt idx="52">
                <c:v>-74.6116</c:v>
              </c:pt>
              <c:pt idx="53">
                <c:v>-71.339</c:v>
              </c:pt>
              <c:pt idx="54">
                <c:v>66.9944</c:v>
              </c:pt>
              <c:pt idx="55">
                <c:v>84.8187</c:v>
              </c:pt>
              <c:pt idx="56">
                <c:v>-167.9878</c:v>
              </c:pt>
              <c:pt idx="57">
                <c:v>-69.9431</c:v>
              </c:pt>
              <c:pt idx="58">
                <c:v>-65.8587</c:v>
              </c:pt>
              <c:pt idx="59">
                <c:v>-122.1449</c:v>
              </c:pt>
              <c:pt idx="60">
                <c:v>-132.895</c:v>
              </c:pt>
              <c:pt idx="61">
                <c:v>-171.3317</c:v>
              </c:pt>
              <c:pt idx="62">
                <c:v>-37.712</c:v>
              </c:pt>
              <c:pt idx="63">
                <c:v>-159.5646</c:v>
              </c:pt>
              <c:pt idx="64">
                <c:v>-113.9827</c:v>
              </c:pt>
              <c:pt idx="65">
                <c:v>-98.8048</c:v>
              </c:pt>
              <c:pt idx="66">
                <c:v>-115.6446</c:v>
              </c:pt>
              <c:pt idx="67">
                <c:v>-150.1593</c:v>
              </c:pt>
              <c:pt idx="68">
                <c:v>20.0606</c:v>
              </c:pt>
              <c:pt idx="69">
                <c:v>-54.0694</c:v>
              </c:pt>
              <c:pt idx="70">
                <c:v>-94.3234</c:v>
              </c:pt>
              <c:pt idx="71">
                <c:v>-119.9335</c:v>
              </c:pt>
              <c:pt idx="72">
                <c:v>53.3326</c:v>
              </c:pt>
              <c:pt idx="73">
                <c:v>-36.0249</c:v>
              </c:pt>
              <c:pt idx="74">
                <c:v>-100.1054</c:v>
              </c:pt>
              <c:pt idx="75">
                <c:v>-69.7149</c:v>
              </c:pt>
              <c:pt idx="76">
                <c:v>-72.0507</c:v>
              </c:pt>
              <c:pt idx="77">
                <c:v>-71.3535</c:v>
              </c:pt>
              <c:pt idx="78">
                <c:v>-72.5703</c:v>
              </c:pt>
              <c:pt idx="79">
                <c:v>-86.5531</c:v>
              </c:pt>
              <c:pt idx="80">
                <c:v>9.7254</c:v>
              </c:pt>
              <c:pt idx="81">
                <c:v>-76.9314</c:v>
              </c:pt>
              <c:pt idx="82">
                <c:v>33.6425</c:v>
              </c:pt>
              <c:pt idx="83">
                <c:v>-98.9598</c:v>
              </c:pt>
              <c:pt idx="84">
                <c:v>-84.575</c:v>
              </c:pt>
              <c:pt idx="85">
                <c:v>-103.8746</c:v>
              </c:pt>
              <c:pt idx="86">
                <c:v>-23.5063</c:v>
              </c:pt>
              <c:pt idx="87">
                <c:v>-106.8311</c:v>
              </c:pt>
              <c:pt idx="88">
                <c:v>-52.2982</c:v>
              </c:pt>
              <c:pt idx="89">
                <c:v>-115.2881</c:v>
              </c:pt>
              <c:pt idx="90">
                <c:v>-94.1204</c:v>
              </c:pt>
              <c:pt idx="91">
                <c:v>-119.484</c:v>
              </c:pt>
              <c:pt idx="92">
                <c:v>-13.9511</c:v>
              </c:pt>
              <c:pt idx="93">
                <c:v>-116.2132</c:v>
              </c:pt>
              <c:pt idx="94">
                <c:v>33.5891</c:v>
              </c:pt>
              <c:pt idx="95">
                <c:v>-11.6255</c:v>
              </c:pt>
              <c:pt idx="96">
                <c:v>2.2117</c:v>
              </c:pt>
              <c:pt idx="97">
                <c:v>46.9659</c:v>
              </c:pt>
              <c:pt idx="98">
                <c:v>57.5006</c:v>
              </c:pt>
              <c:pt idx="99">
                <c:v>-3.163</c:v>
              </c:pt>
              <c:pt idx="100">
                <c:v>-143.0337</c:v>
              </c:pt>
              <c:pt idx="101">
                <c:v>-120.5285</c:v>
              </c:pt>
              <c:pt idx="102">
                <c:v>-185.8821</c:v>
              </c:pt>
              <c:pt idx="103">
                <c:v>-177.5548</c:v>
              </c:pt>
              <c:pt idx="104">
                <c:v>-89.2768</c:v>
              </c:pt>
              <c:pt idx="105">
                <c:v>-141.1066</c:v>
              </c:pt>
              <c:pt idx="106">
                <c:v>-93.6359</c:v>
              </c:pt>
              <c:pt idx="107">
                <c:v>-152.7255</c:v>
              </c:pt>
              <c:pt idx="108">
                <c:v>-20.5701</c:v>
              </c:pt>
              <c:pt idx="109">
                <c:v>-6.3</c:v>
              </c:pt>
              <c:pt idx="110">
                <c:v>-169.0439</c:v>
              </c:pt>
              <c:pt idx="111">
                <c:v>4.9092</c:v>
              </c:pt>
              <c:pt idx="112">
                <c:v>-102.7339</c:v>
              </c:pt>
              <c:pt idx="113">
                <c:v>-11.4784</c:v>
              </c:pt>
              <c:pt idx="114">
                <c:v>42.621</c:v>
              </c:pt>
              <c:pt idx="115">
                <c:v>-30.4278</c:v>
              </c:pt>
              <c:pt idx="116">
                <c:v>-100.9371</c:v>
              </c:pt>
              <c:pt idx="117">
                <c:v>-92.1662</c:v>
              </c:pt>
              <c:pt idx="118">
                <c:v>-155.6034</c:v>
              </c:pt>
              <c:pt idx="119">
                <c:v>-106.8602</c:v>
              </c:pt>
              <c:pt idx="120">
                <c:v>-77.8239</c:v>
              </c:pt>
              <c:pt idx="121">
                <c:v>-102.2703</c:v>
              </c:pt>
              <c:pt idx="122">
                <c:v>-5.1235</c:v>
              </c:pt>
              <c:pt idx="123">
                <c:v>-132.5233</c:v>
              </c:pt>
              <c:pt idx="124">
                <c:v>-181.6354</c:v>
              </c:pt>
              <c:pt idx="125">
                <c:v>-191.1978</c:v>
              </c:pt>
              <c:pt idx="126">
                <c:v>-71.1315</c:v>
              </c:pt>
              <c:pt idx="127">
                <c:v>23.3269</c:v>
              </c:pt>
              <c:pt idx="128">
                <c:v>-30.876</c:v>
              </c:pt>
              <c:pt idx="129">
                <c:v>32.534</c:v>
              </c:pt>
              <c:pt idx="130">
                <c:v>-5.319</c:v>
              </c:pt>
              <c:pt idx="131">
                <c:v>-10.7078</c:v>
              </c:pt>
              <c:pt idx="132">
                <c:v>-35.6636</c:v>
              </c:pt>
              <c:pt idx="133">
                <c:v>-31.4871</c:v>
              </c:pt>
              <c:pt idx="134">
                <c:v>21.2794</c:v>
              </c:pt>
              <c:pt idx="135">
                <c:v>-24.002</c:v>
              </c:pt>
              <c:pt idx="136">
                <c:v>4.0406</c:v>
              </c:pt>
              <c:pt idx="137">
                <c:v>-31.382</c:v>
              </c:pt>
              <c:pt idx="138">
                <c:v>-87.3125</c:v>
              </c:pt>
              <c:pt idx="139">
                <c:v>-12.689</c:v>
              </c:pt>
              <c:pt idx="140">
                <c:v>7.9644</c:v>
              </c:pt>
              <c:pt idx="141">
                <c:v>-157.5808</c:v>
              </c:pt>
              <c:pt idx="142">
                <c:v>-69.9848</c:v>
              </c:pt>
              <c:pt idx="143">
                <c:v>-0.774</c:v>
              </c:pt>
              <c:pt idx="144">
                <c:v>-111.5106</c:v>
              </c:pt>
              <c:pt idx="145">
                <c:v>-101.6946</c:v>
              </c:pt>
              <c:pt idx="146">
                <c:v>-1.8409</c:v>
              </c:pt>
              <c:pt idx="147">
                <c:v>46.9165</c:v>
              </c:pt>
              <c:pt idx="148">
                <c:v>-3.1605</c:v>
              </c:pt>
              <c:pt idx="149">
                <c:v>-96.5765</c:v>
              </c:pt>
              <c:pt idx="150">
                <c:v>-42.7789</c:v>
              </c:pt>
              <c:pt idx="151">
                <c:v>73.7638</c:v>
              </c:pt>
              <c:pt idx="152">
                <c:v>58.8392</c:v>
              </c:pt>
              <c:pt idx="153">
                <c:v>65.7129</c:v>
              </c:pt>
              <c:pt idx="154">
                <c:v>-3.3272</c:v>
              </c:pt>
              <c:pt idx="155">
                <c:v>-35.9706</c:v>
              </c:pt>
              <c:pt idx="156">
                <c:v>-189.7859</c:v>
              </c:pt>
              <c:pt idx="157">
                <c:v>11.9921</c:v>
              </c:pt>
              <c:pt idx="158">
                <c:v>39.513</c:v>
              </c:pt>
              <c:pt idx="159">
                <c:v>28.024</c:v>
              </c:pt>
              <c:pt idx="160">
                <c:v>-40.8718</c:v>
              </c:pt>
              <c:pt idx="161">
                <c:v>50.7692</c:v>
              </c:pt>
              <c:pt idx="162">
                <c:v>-40.8063</c:v>
              </c:pt>
              <c:pt idx="163">
                <c:v>7.8467</c:v>
              </c:pt>
              <c:pt idx="164">
                <c:v>-59.3159</c:v>
              </c:pt>
              <c:pt idx="165">
                <c:v>82.61</c:v>
              </c:pt>
              <c:pt idx="166">
                <c:v>-128.156</c:v>
              </c:pt>
              <c:pt idx="167">
                <c:v>-171.9843</c:v>
              </c:pt>
              <c:pt idx="168">
                <c:v>-39.8633</c:v>
              </c:pt>
              <c:pt idx="169">
                <c:v>-153.2671</c:v>
              </c:pt>
              <c:pt idx="170">
                <c:v>-21.6113</c:v>
              </c:pt>
              <c:pt idx="171">
                <c:v>-67.7089</c:v>
              </c:pt>
              <c:pt idx="172">
                <c:v>-28.8058</c:v>
              </c:pt>
              <c:pt idx="173">
                <c:v>-88.3393</c:v>
              </c:pt>
              <c:pt idx="174">
                <c:v>-37.9217</c:v>
              </c:pt>
              <c:pt idx="175">
                <c:v>-17.1893</c:v>
              </c:pt>
              <c:pt idx="176">
                <c:v>36.7964</c:v>
              </c:pt>
              <c:pt idx="177">
                <c:v>10.3112</c:v>
              </c:pt>
              <c:pt idx="178">
                <c:v>-171.8429</c:v>
              </c:pt>
              <c:pt idx="179">
                <c:v>-36.9191</c:v>
              </c:pt>
              <c:pt idx="180">
                <c:v>60.1307</c:v>
              </c:pt>
              <c:pt idx="181">
                <c:v>-155.9301</c:v>
              </c:pt>
              <c:pt idx="182">
                <c:v>-118.3047</c:v>
              </c:pt>
              <c:pt idx="183">
                <c:v>-37.7455</c:v>
              </c:pt>
              <c:pt idx="184">
                <c:v>-109.7774</c:v>
              </c:pt>
              <c:pt idx="185">
                <c:v>-155.0297</c:v>
              </c:pt>
              <c:pt idx="186">
                <c:v>-136.3412</c:v>
              </c:pt>
              <c:pt idx="187">
                <c:v>49.2854</c:v>
              </c:pt>
              <c:pt idx="188">
                <c:v>57.6565</c:v>
              </c:pt>
              <c:pt idx="189">
                <c:v>3.7188</c:v>
              </c:pt>
              <c:pt idx="190">
                <c:v>-173.0645</c:v>
              </c:pt>
              <c:pt idx="191">
                <c:v>28.399</c:v>
              </c:pt>
              <c:pt idx="192">
                <c:v>29.1353</c:v>
              </c:pt>
              <c:pt idx="193">
                <c:v>-33.0683</c:v>
              </c:pt>
              <c:pt idx="194">
                <c:v>-37.2635</c:v>
              </c:pt>
              <c:pt idx="195">
                <c:v>-46.1085</c:v>
              </c:pt>
              <c:pt idx="196">
                <c:v>-111.1151</c:v>
              </c:pt>
              <c:pt idx="197">
                <c:v>-90.4307</c:v>
              </c:pt>
              <c:pt idx="198">
                <c:v>-49.0608</c:v>
              </c:pt>
              <c:pt idx="199">
                <c:v>15.5249</c:v>
              </c:pt>
              <c:pt idx="200">
                <c:v>4.6391</c:v>
              </c:pt>
              <c:pt idx="201">
                <c:v>-193.4724</c:v>
              </c:pt>
              <c:pt idx="202">
                <c:v>-118.7979</c:v>
              </c:pt>
              <c:pt idx="203">
                <c:v>4.5302</c:v>
              </c:pt>
              <c:pt idx="204">
                <c:v>-31.1739</c:v>
              </c:pt>
              <c:pt idx="205">
                <c:v>27.5998</c:v>
              </c:pt>
              <c:pt idx="206">
                <c:v>1.1806</c:v>
              </c:pt>
              <c:pt idx="207">
                <c:v>-66.2055</c:v>
              </c:pt>
              <c:pt idx="208">
                <c:v>-119.7913</c:v>
              </c:pt>
              <c:pt idx="209">
                <c:v>-56.187</c:v>
              </c:pt>
              <c:pt idx="210">
                <c:v>-106.949</c:v>
              </c:pt>
              <c:pt idx="211">
                <c:v>-178.3632</c:v>
              </c:pt>
              <c:pt idx="212">
                <c:v>-178.5312</c:v>
              </c:pt>
              <c:pt idx="213">
                <c:v>-14.554</c:v>
              </c:pt>
              <c:pt idx="214">
                <c:v>-44.0817</c:v>
              </c:pt>
              <c:pt idx="215">
                <c:v>-24.9885</c:v>
              </c:pt>
              <c:pt idx="216">
                <c:v>-108.6105</c:v>
              </c:pt>
              <c:pt idx="217">
                <c:v>-39.4753</c:v>
              </c:pt>
              <c:pt idx="218">
                <c:v>-92.81</c:v>
              </c:pt>
              <c:pt idx="219">
                <c:v>-71.72</c:v>
              </c:pt>
              <c:pt idx="220">
                <c:v>45.2073</c:v>
              </c:pt>
              <c:pt idx="221">
                <c:v>50.3665</c:v>
              </c:pt>
              <c:pt idx="222">
                <c:v>-72.5016</c:v>
              </c:pt>
              <c:pt idx="223">
                <c:v>-34.1296</c:v>
              </c:pt>
              <c:pt idx="224">
                <c:v>-11.304</c:v>
              </c:pt>
              <c:pt idx="225">
                <c:v>55.236</c:v>
              </c:pt>
              <c:pt idx="226">
                <c:v>-64.3666</c:v>
              </c:pt>
              <c:pt idx="227">
                <c:v>-56.6445</c:v>
              </c:pt>
              <c:pt idx="228">
                <c:v>-110.9001</c:v>
              </c:pt>
              <c:pt idx="229">
                <c:v>-12.75</c:v>
              </c:pt>
              <c:pt idx="230">
                <c:v>-10.4228</c:v>
              </c:pt>
              <c:pt idx="231">
                <c:v>-51.9018</c:v>
              </c:pt>
              <c:pt idx="232">
                <c:v>27.6838</c:v>
              </c:pt>
              <c:pt idx="233">
                <c:v>-84.886</c:v>
              </c:pt>
              <c:pt idx="234">
                <c:v>-2.6925</c:v>
              </c:pt>
              <c:pt idx="235">
                <c:v>-17.5448</c:v>
              </c:pt>
              <c:pt idx="236">
                <c:v>-170.3535</c:v>
              </c:pt>
              <c:pt idx="237">
                <c:v>54.3901</c:v>
              </c:pt>
              <c:pt idx="238">
                <c:v>-115.4962</c:v>
              </c:pt>
              <c:pt idx="239">
                <c:v>47.0377</c:v>
              </c:pt>
              <c:pt idx="240">
                <c:v>-101.3559</c:v>
              </c:pt>
              <c:pt idx="241">
                <c:v>-0.3175</c:v>
              </c:pt>
              <c:pt idx="242">
                <c:v>-98.0852</c:v>
              </c:pt>
              <c:pt idx="243">
                <c:v>-26.234</c:v>
              </c:pt>
              <c:pt idx="244">
                <c:v>-31.3241</c:v>
              </c:pt>
              <c:pt idx="245">
                <c:v>-81.6247</c:v>
              </c:pt>
              <c:pt idx="246">
                <c:v>-63.2522</c:v>
              </c:pt>
              <c:pt idx="247">
                <c:v>-46.9971</c:v>
              </c:pt>
              <c:pt idx="248">
                <c:v>49.9118</c:v>
              </c:pt>
              <c:pt idx="249">
                <c:v>-154.5502</c:v>
              </c:pt>
              <c:pt idx="250">
                <c:v>-167.0558</c:v>
              </c:pt>
              <c:pt idx="251">
                <c:v>-151.7287</c:v>
              </c:pt>
              <c:pt idx="252">
                <c:v>-164.3591</c:v>
              </c:pt>
              <c:pt idx="253">
                <c:v>-90.4195</c:v>
              </c:pt>
              <c:pt idx="254">
                <c:v>-23.33</c:v>
              </c:pt>
              <c:pt idx="255">
                <c:v>69.9352</c:v>
              </c:pt>
              <c:pt idx="256">
                <c:v>-172.2379</c:v>
              </c:pt>
              <c:pt idx="257">
                <c:v>-33.6952</c:v>
              </c:pt>
              <c:pt idx="258">
                <c:v>-48.8361</c:v>
              </c:pt>
              <c:pt idx="259">
                <c:v>-43.4772</c:v>
              </c:pt>
              <c:pt idx="260">
                <c:v>-32.9818</c:v>
              </c:pt>
              <c:pt idx="261">
                <c:v>19.3713</c:v>
              </c:pt>
              <c:pt idx="262">
                <c:v>-114.0375</c:v>
              </c:pt>
              <c:pt idx="263">
                <c:v>-69.5552</c:v>
              </c:pt>
              <c:pt idx="264">
                <c:v>-42.1857</c:v>
              </c:pt>
              <c:pt idx="265">
                <c:v>37.6478</c:v>
              </c:pt>
              <c:pt idx="266">
                <c:v>-117.7384</c:v>
              </c:pt>
              <c:pt idx="267">
                <c:v>-133.1229</c:v>
              </c:pt>
              <c:pt idx="268">
                <c:v>-31.5719</c:v>
              </c:pt>
              <c:pt idx="269">
                <c:v>-59.4272</c:v>
              </c:pt>
              <c:pt idx="270">
                <c:v>-45.8716</c:v>
              </c:pt>
              <c:pt idx="271">
                <c:v>26.4057</c:v>
              </c:pt>
              <c:pt idx="272">
                <c:v>-85.0109</c:v>
              </c:pt>
              <c:pt idx="273">
                <c:v>67.6617</c:v>
              </c:pt>
              <c:pt idx="274">
                <c:v>-138.3739</c:v>
              </c:pt>
              <c:pt idx="275">
                <c:v>-104.7179</c:v>
              </c:pt>
              <c:pt idx="276">
                <c:v>-72.5935</c:v>
              </c:pt>
              <c:pt idx="277">
                <c:v>39.6196</c:v>
              </c:pt>
              <c:pt idx="278">
                <c:v>-154.7625</c:v>
              </c:pt>
              <c:pt idx="279">
                <c:v>12.3231</c:v>
              </c:pt>
              <c:pt idx="280">
                <c:v>-129.2981</c:v>
              </c:pt>
              <c:pt idx="281">
                <c:v>-18.2003</c:v>
              </c:pt>
              <c:pt idx="282">
                <c:v>26.5239</c:v>
              </c:pt>
              <c:pt idx="283">
                <c:v>-149.6205</c:v>
              </c:pt>
              <c:pt idx="284">
                <c:v>-170.8424</c:v>
              </c:pt>
              <c:pt idx="285">
                <c:v>-83.0526</c:v>
              </c:pt>
              <c:pt idx="286">
                <c:v>-41.3325</c:v>
              </c:pt>
              <c:pt idx="287">
                <c:v>50.3265</c:v>
              </c:pt>
              <c:pt idx="288">
                <c:v>-90.847</c:v>
              </c:pt>
              <c:pt idx="289">
                <c:v>-151.2348</c:v>
              </c:pt>
              <c:pt idx="290">
                <c:v>16.1505</c:v>
              </c:pt>
              <c:pt idx="291">
                <c:v>-123.8871</c:v>
              </c:pt>
              <c:pt idx="292">
                <c:v>-174.1617</c:v>
              </c:pt>
              <c:pt idx="293">
                <c:v>-26.4967</c:v>
              </c:pt>
              <c:pt idx="294">
                <c:v>14.1547</c:v>
              </c:pt>
              <c:pt idx="295">
                <c:v>-38.8316</c:v>
              </c:pt>
              <c:pt idx="296">
                <c:v>65.0727</c:v>
              </c:pt>
              <c:pt idx="297">
                <c:v>11.2614</c:v>
              </c:pt>
              <c:pt idx="298">
                <c:v>-2.4201</c:v>
              </c:pt>
              <c:pt idx="299">
                <c:v>-179.8663</c:v>
              </c:pt>
              <c:pt idx="300">
                <c:v>35.8613</c:v>
              </c:pt>
              <c:pt idx="301">
                <c:v>-19.6202</c:v>
              </c:pt>
              <c:pt idx="302">
                <c:v>-116.5032</c:v>
              </c:pt>
              <c:pt idx="303">
                <c:v>13.7825</c:v>
              </c:pt>
              <c:pt idx="304">
                <c:v>-61.627</c:v>
              </c:pt>
              <c:pt idx="305">
                <c:v>-71.8285</c:v>
              </c:pt>
              <c:pt idx="306">
                <c:v>-15.6296</c:v>
              </c:pt>
              <c:pt idx="307">
                <c:v>-14.4294</c:v>
              </c:pt>
              <c:pt idx="308">
                <c:v>10.0059</c:v>
              </c:pt>
              <c:pt idx="309">
                <c:v>7.8374</c:v>
              </c:pt>
              <c:pt idx="310">
                <c:v>-32.4215</c:v>
              </c:pt>
              <c:pt idx="311">
                <c:v>-75.7368</c:v>
              </c:pt>
              <c:pt idx="312">
                <c:v>28.5331</c:v>
              </c:pt>
              <c:pt idx="313">
                <c:v>10.8462</c:v>
              </c:pt>
              <c:pt idx="314">
                <c:v>9.0238</c:v>
              </c:pt>
              <c:pt idx="315">
                <c:v>-169.8331</c:v>
              </c:pt>
              <c:pt idx="316">
                <c:v>-104.6345</c:v>
              </c:pt>
              <c:pt idx="317">
                <c:v>-50.7612</c:v>
              </c:pt>
              <c:pt idx="318">
                <c:v>-180.2213</c:v>
              </c:pt>
              <c:pt idx="319">
                <c:v>-100.7166</c:v>
              </c:pt>
              <c:pt idx="320">
                <c:v>-101.5768</c:v>
              </c:pt>
              <c:pt idx="321">
                <c:v>-70.2129</c:v>
              </c:pt>
              <c:pt idx="322">
                <c:v>-67.3265</c:v>
              </c:pt>
              <c:pt idx="323">
                <c:v>55.1851</c:v>
              </c:pt>
              <c:pt idx="324">
                <c:v>-191.2102</c:v>
              </c:pt>
              <c:pt idx="325">
                <c:v>-12.9173</c:v>
              </c:pt>
              <c:pt idx="326">
                <c:v>-24.0076</c:v>
              </c:pt>
              <c:pt idx="327">
                <c:v>-141.6532</c:v>
              </c:pt>
              <c:pt idx="328">
                <c:v>-35.8014</c:v>
              </c:pt>
              <c:pt idx="329">
                <c:v>-63.3813</c:v>
              </c:pt>
              <c:pt idx="330">
                <c:v>-190.178</c:v>
              </c:pt>
              <c:pt idx="331">
                <c:v>-60.7804</c:v>
              </c:pt>
              <c:pt idx="332">
                <c:v>-55.7863</c:v>
              </c:pt>
              <c:pt idx="333">
                <c:v>-97.8791</c:v>
              </c:pt>
              <c:pt idx="334">
                <c:v>20.9019</c:v>
              </c:pt>
              <c:pt idx="335">
                <c:v>23.3637</c:v>
              </c:pt>
              <c:pt idx="336">
                <c:v>-77.5776</c:v>
              </c:pt>
              <c:pt idx="337">
                <c:v>-86.665</c:v>
              </c:pt>
              <c:pt idx="338">
                <c:v>-10.8562</c:v>
              </c:pt>
              <c:pt idx="339">
                <c:v>-136.8903</c:v>
              </c:pt>
              <c:pt idx="340">
                <c:v>-89.4339</c:v>
              </c:pt>
              <c:pt idx="341">
                <c:v>33.6788</c:v>
              </c:pt>
              <c:pt idx="342">
                <c:v>-184.1497</c:v>
              </c:pt>
              <c:pt idx="343">
                <c:v>26.4425</c:v>
              </c:pt>
              <c:pt idx="344">
                <c:v>25.5511</c:v>
              </c:pt>
              <c:pt idx="345">
                <c:v>-5.0842</c:v>
              </c:pt>
              <c:pt idx="346">
                <c:v>-77.1351</c:v>
              </c:pt>
              <c:pt idx="347">
                <c:v>-114.5226</c:v>
              </c:pt>
              <c:pt idx="348">
                <c:v>39.001</c:v>
              </c:pt>
              <c:pt idx="349">
                <c:v>-63.0701</c:v>
              </c:pt>
              <c:pt idx="350">
                <c:v>-63.4984</c:v>
              </c:pt>
              <c:pt idx="351">
                <c:v>-190.8685</c:v>
              </c:pt>
              <c:pt idx="352">
                <c:v>-54.402</c:v>
              </c:pt>
              <c:pt idx="353">
                <c:v>-117.1677</c:v>
              </c:pt>
              <c:pt idx="354">
                <c:v>-115.5374</c:v>
              </c:pt>
              <c:pt idx="355">
                <c:v>-96.6439</c:v>
              </c:pt>
              <c:pt idx="356">
                <c:v>-149.7851</c:v>
              </c:pt>
              <c:pt idx="357">
                <c:v>7.973</c:v>
              </c:pt>
              <c:pt idx="358">
                <c:v>-8.2915</c:v>
              </c:pt>
              <c:pt idx="359">
                <c:v>-21.0639</c:v>
              </c:pt>
              <c:pt idx="360">
                <c:v>-17.0771</c:v>
              </c:pt>
              <c:pt idx="361">
                <c:v>-131.5422</c:v>
              </c:pt>
              <c:pt idx="362">
                <c:v>-1.3448</c:v>
              </c:pt>
              <c:pt idx="363">
                <c:v>65.7593</c:v>
              </c:pt>
              <c:pt idx="364">
                <c:v>-91.0071</c:v>
              </c:pt>
              <c:pt idx="365">
                <c:v>-79.1982</c:v>
              </c:pt>
              <c:pt idx="366">
                <c:v>31.1237</c:v>
              </c:pt>
              <c:pt idx="367">
                <c:v>-99.6238</c:v>
              </c:pt>
              <c:pt idx="368">
                <c:v>-2.788</c:v>
              </c:pt>
              <c:pt idx="369">
                <c:v>6.0507</c:v>
              </c:pt>
              <c:pt idx="370">
                <c:v>29.1483</c:v>
              </c:pt>
              <c:pt idx="371">
                <c:v>-183.7497</c:v>
              </c:pt>
              <c:pt idx="372">
                <c:v>-39.6147</c:v>
              </c:pt>
              <c:pt idx="373">
                <c:v>-185.3907</c:v>
              </c:pt>
              <c:pt idx="374">
                <c:v>-61.9652</c:v>
              </c:pt>
              <c:pt idx="375">
                <c:v>49.345</c:v>
              </c:pt>
              <c:pt idx="376">
                <c:v>13.1976</c:v>
              </c:pt>
              <c:pt idx="377">
                <c:v>-26.547</c:v>
              </c:pt>
              <c:pt idx="378">
                <c:v>-121.5662</c:v>
              </c:pt>
              <c:pt idx="379">
                <c:v>-139.4884</c:v>
              </c:pt>
              <c:pt idx="380">
                <c:v>-165.165</c:v>
              </c:pt>
              <c:pt idx="381">
                <c:v>-118.217</c:v>
              </c:pt>
              <c:pt idx="382">
                <c:v>-13.6592</c:v>
              </c:pt>
              <c:pt idx="383">
                <c:v>-81.2173</c:v>
              </c:pt>
              <c:pt idx="384">
                <c:v>-75.4615</c:v>
              </c:pt>
              <c:pt idx="385">
                <c:v>-16.6938</c:v>
              </c:pt>
              <c:pt idx="386">
                <c:v>-118.5856</c:v>
              </c:pt>
              <c:pt idx="387">
                <c:v>-1.0489</c:v>
              </c:pt>
              <c:pt idx="388">
                <c:v>-38.3953</c:v>
              </c:pt>
              <c:pt idx="389">
                <c:v>-5.2736</c:v>
              </c:pt>
              <c:pt idx="390">
                <c:v>-98.6564</c:v>
              </c:pt>
              <c:pt idx="391">
                <c:v>-94.8801</c:v>
              </c:pt>
              <c:pt idx="392">
                <c:v>62.208</c:v>
              </c:pt>
              <c:pt idx="393">
                <c:v>-149.2387</c:v>
              </c:pt>
              <c:pt idx="394">
                <c:v>46.5909</c:v>
              </c:pt>
              <c:pt idx="395">
                <c:v>-62.0464</c:v>
              </c:pt>
              <c:pt idx="396">
                <c:v>40.9468</c:v>
              </c:pt>
              <c:pt idx="397">
                <c:v>-28.6725</c:v>
              </c:pt>
              <c:pt idx="398">
                <c:v>17.2048</c:v>
              </c:pt>
              <c:pt idx="399">
                <c:v>-166.2966</c:v>
              </c:pt>
              <c:pt idx="400">
                <c:v>47.2578</c:v>
              </c:pt>
              <c:pt idx="401">
                <c:v>-112.8953</c:v>
              </c:pt>
              <c:pt idx="402">
                <c:v>2.5913</c:v>
              </c:pt>
              <c:pt idx="403">
                <c:v>-78.4957</c:v>
              </c:pt>
              <c:pt idx="404">
                <c:v>-54.3216</c:v>
              </c:pt>
              <c:pt idx="405">
                <c:v>-16.3196</c:v>
              </c:pt>
              <c:pt idx="406">
                <c:v>-94.7584</c:v>
              </c:pt>
              <c:pt idx="407">
                <c:v>-7.0702</c:v>
              </c:pt>
              <c:pt idx="408">
                <c:v>20.8338</c:v>
              </c:pt>
              <c:pt idx="409">
                <c:v>-40.1976</c:v>
              </c:pt>
              <c:pt idx="410">
                <c:v>-40.407</c:v>
              </c:pt>
              <c:pt idx="411">
                <c:v>40.4015</c:v>
              </c:pt>
              <c:pt idx="412">
                <c:v>-81.8057</c:v>
              </c:pt>
              <c:pt idx="413">
                <c:v>21.3412</c:v>
              </c:pt>
              <c:pt idx="414">
                <c:v>4.9099</c:v>
              </c:pt>
              <c:pt idx="415">
                <c:v>-150.9115</c:v>
              </c:pt>
              <c:pt idx="416">
                <c:v>7.0046</c:v>
              </c:pt>
              <c:pt idx="417">
                <c:v>18.0343</c:v>
              </c:pt>
              <c:pt idx="418">
                <c:v>-105.7723</c:v>
              </c:pt>
              <c:pt idx="419">
                <c:v>-18.0414</c:v>
              </c:pt>
              <c:pt idx="420">
                <c:v>-19.7181</c:v>
              </c:pt>
              <c:pt idx="421">
                <c:v>-14.0705</c:v>
              </c:pt>
              <c:pt idx="422">
                <c:v>-57.502</c:v>
              </c:pt>
              <c:pt idx="423">
                <c:v>-50.0665</c:v>
              </c:pt>
              <c:pt idx="424">
                <c:v>-94.0098</c:v>
              </c:pt>
              <c:pt idx="425">
                <c:v>-4.4048</c:v>
              </c:pt>
              <c:pt idx="426">
                <c:v>-102.2214</c:v>
              </c:pt>
              <c:pt idx="427">
                <c:v>-150.4197</c:v>
              </c:pt>
              <c:pt idx="428">
                <c:v>-7.629</c:v>
              </c:pt>
              <c:pt idx="429">
                <c:v>-45.7867</c:v>
              </c:pt>
              <c:pt idx="430">
                <c:v>-32.5506</c:v>
              </c:pt>
              <c:pt idx="431">
                <c:v>-115.8521</c:v>
              </c:pt>
              <c:pt idx="432">
                <c:v>-189.7205</c:v>
              </c:pt>
              <c:pt idx="433">
                <c:v>-87.1257</c:v>
              </c:pt>
              <c:pt idx="434">
                <c:v>-65.564</c:v>
              </c:pt>
              <c:pt idx="435">
                <c:v>-92.8624</c:v>
              </c:pt>
              <c:pt idx="436">
                <c:v>-192.6913</c:v>
              </c:pt>
              <c:pt idx="437">
                <c:v>-116.1498</c:v>
              </c:pt>
              <c:pt idx="438">
                <c:v>51.8595</c:v>
              </c:pt>
              <c:pt idx="439">
                <c:v>-26.678</c:v>
              </c:pt>
              <c:pt idx="440">
                <c:v>-149.9706</c:v>
              </c:pt>
              <c:pt idx="441">
                <c:v>-164.2374</c:v>
              </c:pt>
              <c:pt idx="442">
                <c:v>-29.6024</c:v>
              </c:pt>
              <c:pt idx="443">
                <c:v>-46.9441</c:v>
              </c:pt>
              <c:pt idx="444">
                <c:v>-180.5347</c:v>
              </c:pt>
              <c:pt idx="445">
                <c:v>-55.9416</c:v>
              </c:pt>
              <c:pt idx="446">
                <c:v>-46.1622</c:v>
              </c:pt>
              <c:pt idx="447">
                <c:v>-50.4874</c:v>
              </c:pt>
              <c:pt idx="448">
                <c:v>-55.6598</c:v>
              </c:pt>
              <c:pt idx="449">
                <c:v>-42.9906</c:v>
              </c:pt>
              <c:pt idx="450">
                <c:v>-38.4619</c:v>
              </c:pt>
              <c:pt idx="451">
                <c:v>-102.6841</c:v>
              </c:pt>
              <c:pt idx="452">
                <c:v>-58.48</c:v>
              </c:pt>
              <c:pt idx="453">
                <c:v>-47.3987</c:v>
              </c:pt>
              <c:pt idx="454">
                <c:v>-46.8818</c:v>
              </c:pt>
              <c:pt idx="455">
                <c:v>44.1717</c:v>
              </c:pt>
              <c:pt idx="456">
                <c:v>-140.198</c:v>
              </c:pt>
              <c:pt idx="457">
                <c:v>-135.0719</c:v>
              </c:pt>
              <c:pt idx="458">
                <c:v>-120.3765</c:v>
              </c:pt>
              <c:pt idx="459">
                <c:v>-95.3524</c:v>
              </c:pt>
              <c:pt idx="460">
                <c:v>-6.9742</c:v>
              </c:pt>
              <c:pt idx="461">
                <c:v>-115.9682</c:v>
              </c:pt>
              <c:pt idx="462">
                <c:v>43.0878</c:v>
              </c:pt>
              <c:pt idx="463">
                <c:v>36.5461</c:v>
              </c:pt>
              <c:pt idx="464">
                <c:v>-11.2269</c:v>
              </c:pt>
              <c:pt idx="465">
                <c:v>82.0763</c:v>
              </c:pt>
              <c:pt idx="466">
                <c:v>-2.327</c:v>
              </c:pt>
              <c:pt idx="467">
                <c:v>-125.7977</c:v>
              </c:pt>
              <c:pt idx="468">
                <c:v>28.2208</c:v>
              </c:pt>
              <c:pt idx="469">
                <c:v>-70.2723</c:v>
              </c:pt>
              <c:pt idx="470">
                <c:v>-51.0082</c:v>
              </c:pt>
              <c:pt idx="471">
                <c:v>34.542</c:v>
              </c:pt>
              <c:pt idx="472">
                <c:v>-119.414</c:v>
              </c:pt>
              <c:pt idx="473">
                <c:v>59.9623</c:v>
              </c:pt>
              <c:pt idx="474">
                <c:v>-100.6056</c:v>
              </c:pt>
              <c:pt idx="475">
                <c:v>-30.3283</c:v>
              </c:pt>
              <c:pt idx="476">
                <c:v>-159.967</c:v>
              </c:pt>
              <c:pt idx="477">
                <c:v>26.5257</c:v>
              </c:pt>
              <c:pt idx="478">
                <c:v>-142.7681</c:v>
              </c:pt>
              <c:pt idx="479">
                <c:v>-49.8729</c:v>
              </c:pt>
              <c:pt idx="480">
                <c:v>-22.9659</c:v>
              </c:pt>
              <c:pt idx="481">
                <c:v>-150.4753</c:v>
              </c:pt>
              <c:pt idx="482">
                <c:v>-122.5734</c:v>
              </c:pt>
              <c:pt idx="483">
                <c:v>-135.7665</c:v>
              </c:pt>
              <c:pt idx="484">
                <c:v>-159.0103</c:v>
              </c:pt>
              <c:pt idx="485">
                <c:v>34.5672</c:v>
              </c:pt>
              <c:pt idx="486">
                <c:v>-140.6295</c:v>
              </c:pt>
              <c:pt idx="487">
                <c:v>32.6544</c:v>
              </c:pt>
              <c:pt idx="488">
                <c:v>26.9614</c:v>
              </c:pt>
              <c:pt idx="489">
                <c:v>-10.5106</c:v>
              </c:pt>
              <c:pt idx="490">
                <c:v>18.5956</c:v>
              </c:pt>
              <c:pt idx="491">
                <c:v>-68.0108</c:v>
              </c:pt>
              <c:pt idx="492">
                <c:v>23.5767</c:v>
              </c:pt>
              <c:pt idx="493">
                <c:v>-44.4594</c:v>
              </c:pt>
              <c:pt idx="494">
                <c:v>-29.8047</c:v>
              </c:pt>
              <c:pt idx="495">
                <c:v>-186.0145</c:v>
              </c:pt>
              <c:pt idx="496">
                <c:v>-117.5586</c:v>
              </c:pt>
              <c:pt idx="497">
                <c:v>46.3523</c:v>
              </c:pt>
              <c:pt idx="498">
                <c:v>-105.7727</c:v>
              </c:pt>
              <c:pt idx="499">
                <c:v>23.271</c:v>
              </c:pt>
            </c:numLit>
          </c:yVal>
        </c:ser>
        <c:ser>
          <c:idx val="3"/>
          <c:order val="3"/>
          <c:tx>
            <c:v>基站</c:v>
          </c:tx>
          <c:spPr>
            <a:solidFill xmlns:a="http://schemas.openxmlformats.org/drawingml/2006/main">
              <a:srgbClr val="101820"/>
            </a:solidFill>
            <a:ln xmlns:a="http://schemas.openxmlformats.org/drawingml/2006/main" w="0">
              <a:solidFill>
                <a:srgbClr val="101820"/>
              </a:solidFill>
              <a:prstDash val="solid"/>
            </a:ln>
          </c:spPr>
          <c:marker>
            <c:symbol val="star"/>
            <c:size val="11"/>
            <c:spPr>
              <a:solidFill xmlns:a="http://schemas.openxmlformats.org/drawingml/2006/main">
                <a:srgbClr val="101820"/>
              </a:solidFill>
            </c:spPr>
          </c:marker>
          <c:xVal>
            <c:numLit>
              <c:formatCode>General</c:formatCode>
              <c:ptCount val="1"/>
              <c:pt idx="0">
                <c:v>50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10"/>
          <c:min val="-2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673"/>
                    </a:solidFill>
                  </a:rPr>
                  <a:t>Y /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67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3"/>
                </a:solidFill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3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673"/>
                    </a:solidFill>
                  </a:rPr>
                  <a:t>X /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67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3"/>
                </a:solidFill>
              </a:defRPr>
            </a:pPr>
          </a:p>
        </c:txPr>
        <c:crossAx val="48672768"/>
        <c:majorUnit val="50"/>
      </c:valAx>
      <c:spPr>
        <a:noFill xmlns:a="http://schemas.openxmlformats.org/drawingml/2006/main"/>
        <a:ln xmlns:a="http://schemas.openxmlformats.org/drawingml/2006/main" w="9525">
          <a:solidFill>
            <a:srgbClr val="C8CED6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v40</c:v>
          </c:tx>
          <c:spPr>
            <a:solidFill xmlns:a="http://schemas.openxmlformats.org/drawingml/2006/main">
              <a:srgbClr val="C8CED6"/>
            </a:solidFill>
          </c:spPr>
          <c:cat>
            <c:strLit>
              <c:ptCount val="3"/>
              <c:pt idx="0">
                <c:v>PAS</c:v>
              </c:pt>
              <c:pt idx="1">
                <c:v>PDP</c:v>
              </c:pt>
              <c:pt idx="2">
                <c:v>综合分数</c:v>
              </c:pt>
            </c:strLit>
          </c:cat>
          <c:val>
            <c:numLit>
              <c:formatCode>0.000</c:formatCode>
              <c:ptCount val="3"/>
              <c:pt idx="0">
                <c:v>764.3499851</c:v>
              </c:pt>
              <c:pt idx="1">
                <c:v>851.7864108</c:v>
              </c:pt>
              <c:pt idx="2">
                <c:v>770.3229573</c:v>
              </c:pt>
            </c:numLit>
          </c:val>
        </c:ser>
        <c:ser>
          <c:idx val="1"/>
          <c:order val="1"/>
          <c:tx>
            <c:v>v50</c:v>
          </c:tx>
          <c:spPr>
            <a:solidFill xmlns:a="http://schemas.openxmlformats.org/drawingml/2006/main">
              <a:srgbClr val="1473E6"/>
            </a:solidFill>
          </c:spPr>
          <c:cat>
            <c:strLit>
              <c:ptCount val="3"/>
              <c:pt idx="0">
                <c:v>PAS</c:v>
              </c:pt>
              <c:pt idx="1">
                <c:v>PDP</c:v>
              </c:pt>
              <c:pt idx="2">
                <c:v>综合分数</c:v>
              </c:pt>
            </c:strLit>
          </c:cat>
          <c:val>
            <c:numLit>
              <c:formatCode>0.000</c:formatCode>
              <c:ptCount val="3"/>
              <c:pt idx="0">
                <c:v>764.8172498</c:v>
              </c:pt>
              <c:pt idx="1">
                <c:v>851.9760847</c:v>
              </c:pt>
              <c:pt idx="2">
                <c:v>770.6072767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70"/>
          <c:min val="7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673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0182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49F5E-7AE5-4002-8318-8B2C1876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无线算法大赛 · Round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361BA-6E62-4329-98C5-3429B478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Physical AI</a:t>
            </a:r>
          </a:p>
          <a:p xmlns:a="http://schemas.openxmlformats.org/drawingml/2006/main">
            <a:pPr algn="l">
              <a:defRPr sz="4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无线数字孪生信道生成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0A24-CBBE-4331-AB1C-AB136C23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最终提交版本 v50｜从数据分析到端到端信道生成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FA81-B293-411D-982F-7ED9B2D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B2EAD-00B8-43FD-B00A-DC9147AA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工作汇报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3A734-8BBA-4535-A31C-BEA85097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673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41278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450E2-90F1-48A5-937C-C42463E6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ROUND 1 / v50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97DE3-9422-4CC3-A9A2-A3E0A3D4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v50：物理表征、空间预测与复信道校准分层协同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CBFE-AB1D-44AB-BCF0-E404C203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DF1B6-7D4D-4C62-B6F0-8AB4E2A6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D002A-E91B-4BBE-BE27-BF1DC07F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3718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E133A-E627-4F11-BA15-415D738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0.770607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EEE5F-9C76-4561-A360-CDA779A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五折综合分数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22211-78C4-4ABB-938B-C8F5FA7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914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严格五折 leave-one-fold-out；每折 200 个验证样本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56306-7BB0-43B4-A05A-982EAB4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90700"/>
            <a:ext cx="33718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97934-EFB2-4E3D-B325-502CCD6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54909-1AA8-4B8E-BCEF-98020CDA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联合优化目标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427F2-FE98-4E12-A05B-8414C143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2914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PAS 角域谱、PDP 时延谱，以及复信道 NMSE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9F169-95B1-43CD-AA90-95C3398B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90700"/>
            <a:ext cx="33718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8381B-D786-409E-BB55-B7EFD84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rPr>
              <a:t>E2E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2BAF2-08C6-4EEA-A927-B5C6A5F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端到端可交付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EFE50-7D70-4E8C-91B2-28AFCBC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2914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原始数据 → 特征与模型 → X_test → H_test → 严格校验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6AAA7-0F3E-40E0-B565-8D7EE1B9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61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核心结论：不是单一网络“直接猜 H”，而是将空间几何、频谱结构与复相位重建分层建模。</a:t>
            </a:r>
          </a:p>
        </p:txBody>
      </p:sp>
    </p:spTree>
    <p:extLst>
      <p:ext uri="{BB962C8B-B14F-4D97-AF65-F5344CB8AC3E}">
        <p14:creationId xmlns:p14="http://schemas.microsoft.com/office/powerpoint/2010/main" val="20210088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EAFFB-0C8A-40AB-8240-05179991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赛题背景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E62DC-2669-4AF6-AFA2-D9F1D7B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无线数字孪生：预测任意位置的高保真信道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D5ECE-2610-4608-B32C-FF28F328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AD2EC-D6A0-4D34-9681-19447D5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E8F8D-09B6-452D-A2AC-AE8502A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4BC52-C872-40A7-A6E7-E5C87F17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5BC65-5316-40E8-B769-C2F3302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传统统计模型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59A6E-ED9C-4358-A876-B8B10FB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依赖抽象分布与通用参数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具体场景拟合度有限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F5A52-7790-4B00-9A5B-52CA9AD7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8191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48C6D-E544-45A9-B06C-E257C56E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097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EF826-5C98-45DE-8738-C7004CDC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09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04744-9D7D-4FBA-B45F-9DB03A4A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716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传统射线追踪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185DF-658B-4130-9062-84BA4DC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33625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依赖高精度几何与材质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计算成本高，且受噪声影响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89702-90D2-4C5F-B8CA-3EEB674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8191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C9828-6138-407A-9831-7F6E35C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743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FCBDC-9F64-44AD-BDB3-BA431A7E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A7297-038D-4BA8-9F8A-7F2729FE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Physical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B1AFA-F7AB-4109-B9AC-F7DDF8A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400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从环境地图和实测信道中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学习传播规律与空间结构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EB6A2-320D-4C2A-95C5-5A8DA12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6DD25-0787-4551-9622-B9F1FB46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以更低的在线计算成本生成高保真信道，为网络规划、仿真评估和算法验证提供可更新的数据底座。</a:t>
            </a:r>
          </a:p>
        </p:txBody>
      </p:sp>
    </p:spTree>
    <p:extLst>
      <p:ext uri="{BB962C8B-B14F-4D97-AF65-F5344CB8AC3E}">
        <p14:creationId xmlns:p14="http://schemas.microsoft.com/office/powerpoint/2010/main" val="1747941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632C3-8830-4AF4-91E8-C9068519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任务与评价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2FBE3-6CBF-444A-AC77-45F7C7D5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84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任务是学习 H=f(M,x)，评分同时约束角域、时延域和复信道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C679-84BA-49F2-8B62-4564ED32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94F40-2D7E-4FE5-9865-BCB0284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9150E-ACAC-460E-81B7-D94C042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76EA8-E087-462E-9ED9-FAB6905E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6976-D94A-45F7-B3A3-98AC8F08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50F3D-76EC-4312-9109-2DC17C1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2228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点云地图 M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训练/测试坐标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81C7E-8374-475F-BDA1-1DA3AA3B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57425"/>
            <a:ext cx="9144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3F51F-D50F-4136-814F-9BB9C97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162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47DE3-1B13-4ADE-BC8F-1FED4BD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2E02E-8EAB-485F-9F56-0E3207F8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Physical AI 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881E8-5BF1-49EF-9ED3-6BBF7CC4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14575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从场景几何与已知信道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学习位置到信道的映射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3F73D-CFD9-446B-8910-92BB1E15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57425"/>
            <a:ext cx="9144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CDB06-FE78-425C-BA04-3EDF98E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876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D9BD7-A908-44AA-8FB5-247941F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1EA98-F6DA-4973-A8BA-4367E92E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133C5-624D-44DC-856D-866EDE9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14575"/>
            <a:ext cx="2533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H_test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(500, 256, 4, 192)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0416F-618E-49B9-A3ED-20B9FAC4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5361E-A4C8-4721-B9E8-AD712ED2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33718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675F9-DBA4-438E-A347-1815C891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6F0D1-FB42-4CC3-AC45-990BF612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4DEE4-3F88-4DB9-A83A-E6B57A8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角域功率谱余弦相似度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40E3A-3132-4D13-83EE-1D044768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33718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595E9-2AFA-4A17-90FB-9CAE14F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D4BF23-897B-4965-BF92-589132B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PDP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D1599-958E-4C1F-B85C-09BB5F0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时延域功率谱余弦相似度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058C9-9C4E-4232-AFB2-4282B7C3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33718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16774-00E9-41FD-BCE2-623BFF92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2CB72-54B1-44D1-AB2B-4F77769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1/(1+NMSE)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26C42-19ED-4225-9CBF-684DC12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959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复信道幅度与相位的整体误差</a:t>
            </a:r>
          </a:p>
        </p:txBody>
      </p:sp>
    </p:spTree>
    <p:extLst>
      <p:ext uri="{BB962C8B-B14F-4D97-AF65-F5344CB8AC3E}">
        <p14:creationId xmlns:p14="http://schemas.microsoft.com/office/powerpoint/2010/main" val="2397343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40F0A-5B84-411C-AE26-A4572F5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00256-5002-44C8-A8FF-4298E5DB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高维复信道建模前，先解决数据规模与质量问题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DFB60-4E49-47D3-86FA-31DC8202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8DEFA-098A-4316-B77B-BD000282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C497E-CE29-4CC7-85F6-C0124BCD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C7E81-6F7C-40CC-82BA-D65B4D0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9D6C1-F530-4DAC-9223-64CA7FC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实际训练点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44F37-9CF8-47B5-95A1-B2323C79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配置文件记录 2,500；代码以真实数组长度为准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F277C-DD27-44D4-A3A4-9B67FE55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A41F1-EBA3-472A-B1DC-0F01AE34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574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8A4A5-0835-4C12-B012-2C29155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测试点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3BB8C-4E39-4BA0-8BBC-860E1837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所有采样点高度均为 1.5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09097-FEDD-4B28-A514-7973F23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45B7C-DEB4-46B7-8DA3-73652E8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rPr>
              <a:t>2.38M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5AA91-BD1F-4756-8CF9-B1985708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点云顶点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64908-BF96-4916-A1C5-7461F63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用于局部障碍、走廊与高度上下文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13325-E701-42CA-943F-F9FDD5C9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8765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2D4F7-3FA6-4290-B52F-7F12A62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5740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196,608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07083-478F-4534-9E64-4916039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复数/点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3C5F7-E0C2-47EA-8B17-5E999D7F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2419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256 BS × 4 UE × 192 子载波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B342D-02E2-4B7B-A346-5D7A5CDE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1116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BBA2D-03E9-4434-96DE-76086011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16 个全零信道样本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C8348-CCE3-4340-9DD2-643019C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判定为异常响应，统一从训练、验证和推理参考库中剔除；否则会破坏谱特征、邻域权重和能量标定。</a:t>
            </a:r>
          </a:p>
        </p:txBody>
      </p:sp>
    </p:spTree>
    <p:extLst>
      <p:ext uri="{BB962C8B-B14F-4D97-AF65-F5344CB8AC3E}">
        <p14:creationId xmlns:p14="http://schemas.microsoft.com/office/powerpoint/2010/main" val="8701198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81CE2-24C8-4F8B-BBE7-E6ABF6C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采样点 × 地图点云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3391-C119-4779-AF50-2EBB4FBB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03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等比例坐标揭示扇形覆盖，点云进一步给出真实传播环境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46C6D-C13A-404D-97E0-BC6EE5FF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94488-1A0D-4BCB-9094-4D13A770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14350" y="1524000"/>
          <a:ext xmlns:a="http://schemas.openxmlformats.org/drawingml/2006/main" cx="504825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f4d576057447c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1913-3C5E-4E7B-B8B1-9A99EDA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XY 等比例：横纵轴均覆盖 320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F290A-87F7-4F77-95F0-2808263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81150"/>
            <a:ext cx="5848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00093-93B9-4D6B-90CE-0E801537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0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7FC7C-3489-407E-8705-F163E96A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地图点云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B91B7-8E35-46A8-B1FA-AB6AF11D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0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8C382-EDB4-48CE-999D-CA03537B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训练点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A1188-F681-499E-A627-ECC49BE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233AA-C186-40BB-8F07-F6240FA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85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测试点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56F7E-0A50-4459-9E8B-C0402C50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4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0DF7A-E5D6-4470-BF0F-399DE8E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基站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A105E-9958-494D-954A-DA0A1079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47950"/>
            <a:ext cx="2762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DC308-073E-4CA3-A2F6-5FEE0034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2.16 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D6A87-26B0-4F4D-8EE9-17BA1E62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最近训练邻居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A0CCA-F2BF-41DF-814F-F9E376B7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00500"/>
            <a:ext cx="2305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63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测试点中位距离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BF39D-0136-4A07-B394-250A9FD3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2895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394F9-0316-43B0-8E01-22481BA9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98.2%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4D84B-5369-402D-A5DF-1BB6B94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局部空间覆盖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62C76-D04D-47B5-B139-15BA9D7E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63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5 m 内存在训练邻居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BD33E-AC2D-4B70-89DC-A9C6AB4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58483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41BDD-932E-4CD2-A058-9B0D7EB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从可视化到算法选择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3681D-0ABB-42E8-B512-B74CC52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31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扇形采样区与训练/测试点高度重合，支撑局部空间学习；点云中的建筑边界与传播走廊说明，同样的欧氏距离并不代表相同的传播条件。</a:t>
            </a:r>
          </a:p>
        </p:txBody>
      </p:sp>
    </p:spTree>
    <p:extLst>
      <p:ext uri="{BB962C8B-B14F-4D97-AF65-F5344CB8AC3E}">
        <p14:creationId xmlns:p14="http://schemas.microsoft.com/office/powerpoint/2010/main" val="7202911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6AA735-A313-4C9C-BE9C-1DDD66C9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从分析到算法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22E8C-4C84-4196-A10C-232961E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数据的四个特征，直接决定了 v50 的四项设计选择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B6CEC-2C81-45B1-A07B-EDA0711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8EE30-7FC4-4DD5-AE6A-20392232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C1457-2861-4E76-B80D-C5CAC45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333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FC4B0-0094-4351-A882-444092D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输出维度极高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0415-C835-4448-89AB-6E0622C1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43100"/>
            <a:ext cx="781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F938B-36E2-4AD5-8252-13AE7C1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65151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17331-F132-46FA-8192-2C80A026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先压缩为 PAS/PDP 评分对齐谱，再重建复信道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9B3B9-0650-49D9-9A20-AB1FD87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3333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F87EA-261A-46DF-B23A-4F60DDA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局部空间覆盖较好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1344F-EE6E-4178-8C69-94F50F68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81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B99F9-B814-4631-99FD-993CEF7B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19400"/>
            <a:ext cx="65151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A0DA6-EEC7-43E9-860E-A376BB43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使用局部克里金、多专家与图传播，而非全局硬拟合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46BC2-A3BB-4703-A407-F0B16C93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3333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3984B-94C6-4D91-B9D3-FB91D8B1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同距点传播环境不同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B3C4D-DAA3-4984-92BD-CB01007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76700"/>
            <a:ext cx="781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8CDAC-302A-4E4E-A4E3-28D35E4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86200"/>
            <a:ext cx="65151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7E0F6-748D-4FD4-8B2D-CFFB141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767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引入点云障碍密度、走廊和方向上下文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1D7B3-8121-4463-8573-93B1034E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3333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14BA9-5866-41C7-A2A5-A1C853C1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三指标可能相互牵制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C4EFC-4EAB-4E7A-BC5B-E1DBDE7D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781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1688D-15EE-442F-BE76-9B109AB1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53000"/>
            <a:ext cx="65151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41E82-855C-4705-B5D1-B24D133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使用逐样本四动作门控，自适应选择谱修正</a:t>
            </a:r>
          </a:p>
        </p:txBody>
      </p:sp>
    </p:spTree>
    <p:extLst>
      <p:ext uri="{BB962C8B-B14F-4D97-AF65-F5344CB8AC3E}">
        <p14:creationId xmlns:p14="http://schemas.microsoft.com/office/powerpoint/2010/main" val="4271216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6F81-7083-4481-B71E-2B38156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算法思路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645DB-4F88-4C1B-8EA2-4D5E5C6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39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端到端流程把地图、谱预测、相位恢复和样本门控串成闭环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D2A1-AAB9-4E36-9C5D-8DF19857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AEC78-745A-401E-A612-CC6728B5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73007-4BB6-4523-BFCC-1F145672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F28AD-963E-4BF2-9B69-4B6C006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6AD7D-6D74-426D-A77B-BD84A35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A1AC6-70BB-4B89-9035-5547710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数据预处理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9CCD6-68F3-4AB5-96BB-B22BDE49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剔除零信道</a:t>
            </a:r>
          </a:p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解析天线排列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14E5C-F9C3-4167-8F5C-4FB683F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67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7B091-E5A9-404E-99F2-3EF622D7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071F8-3D3F-4BF1-BD7F-5BA539D4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52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物理特征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56E6A-3B96-4585-8098-B585E99C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38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地图上下文</a:t>
            </a:r>
          </a:p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PAS / PDP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2A217-2FFA-41A5-AC1F-00C58CB5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67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26668-0957-4409-9D75-A2E9B63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BC600-3337-4FE0-9A41-B7EB860C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空间预测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9227A-D82B-4274-BEA6-E0A3BFD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38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局部克里金</a:t>
            </a:r>
          </a:p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专家门控 + 图传播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6B185-83DA-4BC8-85C3-38484B7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67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D49EA-375E-4D97-959A-E113189A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5D51C-2BD5-43EC-91C3-DFB4CEFA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52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复信道重建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D14FD-45F3-44DD-B634-04C587C7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38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相位补偿</a:t>
            </a:r>
          </a:p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角域/时延域投影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95147-7335-484E-B350-5DE93A08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67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E8D7A-5D2B-43B3-B90C-FA0CA543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554E0-C1EB-4CC6-A0F4-2495982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52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校准与输出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A1224-9214-43E5-8171-BEB82996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38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标量/UE残差</a:t>
            </a:r>
          </a:p>
          <a:p xmlns:a="http://schemas.openxmlformats.org/drawingml/2006/main">
            <a:pPr algn="l">
              <a:def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样本动作门控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C77D1-416D-4EC2-AAD2-124A59F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7ADE6-F1C8-4DF7-8FDD-59B3F690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15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01820"/>
                </a:solidFill>
                <a:latin typeface="Consolas"/>
                <a:ea typeface="Consolas"/>
                <a:cs typeface="Consolas"/>
              </a:rPr>
              <a:t>推理入口：X_test + 地图 + v50 artifacts  →  Round1_Test_Channel.npy</a:t>
            </a:r>
          </a:p>
        </p:txBody>
      </p:sp>
    </p:spTree>
    <p:extLst>
      <p:ext uri="{BB962C8B-B14F-4D97-AF65-F5344CB8AC3E}">
        <p14:creationId xmlns:p14="http://schemas.microsoft.com/office/powerpoint/2010/main" val="1563818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BFA8D-B635-4E2D-A150-9454B1C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C144E-E930-406B-B847-13A82DC6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v50 分层架构：先学习可解释谱，再重建完整复信道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9087C-B96B-4607-9FC6-214EE0A8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1750A-6D71-4888-8B54-E1DA8D98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1FF38-3500-48EE-AB4D-DDA97974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1F7CC-6878-4C14-A8A3-92800DDA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F6ABB-BAD8-40F5-8384-BAA286BA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E6110-F6A9-403C-9309-7B722AA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3F826-6304-45BC-969D-B025850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809750" cy="23812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30CA5-C4FA-4B7F-97AF-F6281F86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2E117-A1AE-4385-B52C-A693F639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28366-4C72-4332-B6D5-D153E64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14668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位置坐标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点云地图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训练复信道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B6BBB-0225-4BBF-944D-E2911DFA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1733550" cy="23812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A3C76-CA67-4176-AB5D-38CDAE4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15910-43F6-47B8-896D-CE6A1389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02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地图编码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44B8C-65B5-49D2-A0FB-C9B43CF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62225"/>
            <a:ext cx="1390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局部障碍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高度统计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BS-UE 走廊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4237E-D0BC-4488-A555-89061B6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38350"/>
            <a:ext cx="1733550" cy="23812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E48C4-395F-48FF-9373-2CC30D0D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38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A93DB-11AA-48EE-AA38-4B1FF833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002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谱预测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C1404-39E7-48ED-AB75-D0F179E7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62225"/>
            <a:ext cx="1390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分组 PAS/PDP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多尺度克里金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条件专家门控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75F2C-70EF-48E3-835F-C71BBE2C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1733550" cy="23812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A4E3D-7E72-467A-89AA-825B58E5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22AE6-8BCC-4EA2-8C70-DFCD16C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复数重建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EA752-207A-4191-BCC2-41BA6EB5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1390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径向载波相位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阵列导向补偿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交替谱投影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C30D4-A139-4FD8-B277-7A5A2B4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38350"/>
            <a:ext cx="17145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C2634-2E9A-4FE6-A63B-38B7531C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383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6AB3F-08B9-45AE-A942-A16E5D4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0027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输出校准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2F7AE-8FCD-4492-A629-14A3AEE9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62225"/>
            <a:ext cx="1371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样本级四动作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复数尺度/UE残差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H_test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5DC91-68C6-4A40-A7EE-5255DAA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1163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8000A-C732-4E23-9A46-BF0BB9DB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训练目标不是一项 Loss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5A530-5A8B-40A6-8DC6-EA87D00D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谱形状决定 PAS/PDP，复数尺度与相位决定 NMSE；分层训练避免目标相互干扰。</a:t>
            </a:r>
          </a:p>
        </p:txBody>
      </p:sp>
    </p:spTree>
    <p:extLst>
      <p:ext uri="{BB962C8B-B14F-4D97-AF65-F5344CB8AC3E}">
        <p14:creationId xmlns:p14="http://schemas.microsoft.com/office/powerpoint/2010/main" val="14960823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D3779-BFF0-4FD5-B6AE-D6885D2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1 / 点云空间处理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CCA45-3842-4864-96A7-B041A8C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点云先栅格化，再变成稳定、可重复查询的传播地图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AA395-B985-4717-972F-2A400857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C1215-D9CC-4DCC-BED2-9A761A76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2D360-8294-4066-9BDD-DC5A4993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14600" cy="2895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B7384-8030-4FE8-A1C0-27960780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CFD8A-2E1C-49BB-94A6-88777D34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读取 PLY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69622-A29D-4BB3-9BCE-D2AEBB6F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x,y,z 与法向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nx,ny,nz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约 238 万点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F4EAB-5302-4AF3-884D-F7F9A6B3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4800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0D3B3-0C52-42F5-A810-B2FBE2B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514600" cy="2895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3A6B5-BA45-4705-8F1A-D5A9E1A8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FECE3-51AD-4DF2-A6CD-5F0CB90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2 m 栅格化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62316-D541-4B8C-9897-31B74EE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按 XY 落格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25 万点/块累积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避免逐点全局搜索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3547C-943B-41F7-AC1D-3527DA3F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4800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96AAC-8E32-4A75-9272-9AB06F68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514600" cy="2895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F7C91-EE09-45ED-865B-BED4C08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C8FC2-4921-4C6D-B103-8271FA44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格内统计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EE4FF-016E-4EE9-8E92-99611849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高度/粗糙度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总密度/墙面密度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墙法向二阶矩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25A18-A7A4-4D98-BAF6-5E3F6133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4800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6D727-7C64-42E5-9262-C7F91BE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14600" cy="2895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DD562-927D-43F8-83ED-90381279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87F4C-B8C0-473E-BF77-0158B8CE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连续查询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7F437-428A-4D4C-8C24-D0C78702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坐标→栅格索引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双线性插值</a:t>
            </a:r>
          </a:p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边界裁剪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D5243-EC46-4054-A71E-630120C8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1163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62724-4F23-4930-8589-D6F0877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为什么不直接让网络吃原始点云？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6CBD4-96BD-4720-A0AC-6D6F80F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81600"/>
            <a:ext cx="680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原始点数大、密度不均且查询次数多；栅格统计把复杂度前置，保留遮挡、高度、墙面方向等与传播最相关的量，并让任意 UE 位置都能稳定取值。</a:t>
            </a:r>
          </a:p>
        </p:txBody>
      </p:sp>
    </p:spTree>
    <p:extLst>
      <p:ext uri="{BB962C8B-B14F-4D97-AF65-F5344CB8AC3E}">
        <p14:creationId xmlns:p14="http://schemas.microsoft.com/office/powerpoint/2010/main" val="5952107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BE15B-232E-4C69-B55F-733AB26E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1 / 高级物理特征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27BF0-0A0E-4DE5-85C3-62EF0AB2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209 维地图描述：路径遮挡与终端环境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9144A-33F3-4C8B-893E-FEC489E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18F8C-4217-4CA0-8F2D-769C654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0626F-A4AA-4A5A-A28D-DF0448F1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486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41C92-093C-4925-824E-6AF1B35F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15F6-A316-4C0E-B512-82AEC7F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42 维 · 传播走廊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03AEE-0DE1-4950-86BD-C286DC63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7 条平行走廊 × 6 统计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最大超高、阻塞比例、峰值位置…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CFC97-B436-4893-9768-A1CE4E23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3486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D8DE2-3DE2-413B-85EC-BC0368C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2EA8D-6E62-4B9A-8C3F-1FE4AE2C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14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28 维 · 走廊材质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29148-A219-4123-8746-D2F5E461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764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7 条走廊 × 4 统计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墙密度、法向对齐、高度粗糙度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32B05-BE87-48DD-BF63-54BDE8DB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486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8C660-BED2-40D9-A398-B41C2371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0DA33-30E1-4D9F-AAC8-5802F309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14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35 维 · 终端环形环境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0EE08-9411-4AF8-8F4E-B6F698DC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2/4/8/16/32 m 五个半径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高度、墙面与水平面统计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61752-B01C-40BC-9D4D-00EDB389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733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D52E2-7F0D-459D-B43F-1017E0A8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0B3B5-20F3-479B-BE6D-C69D0AD6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624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96 维 · 旋转天际线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2401C-316D-46F2-AA4D-A06F1E9A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3390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3 半径 × 16 方位 × 高度/墙密度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第 0 扇区始终朝向基站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EBB1E-7C99-44E6-9306-625CBCD5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3733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3CEA3-D2C2-4530-B936-51E50652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8F138-9782-4764-8B9B-89204919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8 维 · 多尺度场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A5C62-7582-40B7-9463-17666E41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4375"/>
            <a:ext cx="3390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4/8/16/32 m 高斯平滑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高度与墙密度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97AE9-0689-4989-9B49-FA28A64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F2BA7-0596-4517-9519-2754C895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42 + 28 + 35 + 96 + 8 = 209 维；这些量进入邻域度量、局部谱修正、能量与标量校准。</a:t>
            </a:r>
          </a:p>
        </p:txBody>
      </p:sp>
    </p:spTree>
    <p:extLst>
      <p:ext uri="{BB962C8B-B14F-4D97-AF65-F5344CB8AC3E}">
        <p14:creationId xmlns:p14="http://schemas.microsoft.com/office/powerpoint/2010/main" val="15845102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43F8E2-78D3-42E1-87DE-3445158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2 / 空间插值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59F0D-BB73-4032-98FC-A0C3351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普通克里金：从选邻居到解约束权重的五步计算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34FD6-5C07-4698-ACCA-6E77AA59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48B2-D79B-4AC9-B487-29F0C3A2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8DDDA-BE06-41EF-B53B-B6CB361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89869-EF3F-4A16-BF2A-461F6444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954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C521E-8A1F-404A-A85D-3DB4533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76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选 K 个邻居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1FE37-58BB-447F-BAD5-A09077E1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在指定地图嵌入中用 cKDTree 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712E9-5066-4A5B-99D9-62EBCC4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2037E-7818-4356-ADE6-A4258927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A097F-01AB-4E61-8269-E40C1927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66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自适应带宽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B0260-40A6-4BB8-82EE-FD82CA37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h = dK × bandwidth_scale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8B0C4-158E-44EF-AF4E-4EDB612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780D1-9075-4953-B8CA-B0E33CB7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766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51D2B-FA47-4A6B-960F-9CC826BA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57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构造协方差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15A34-DF83-49F0-8017-3E8513BF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67075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指数核或 Matérn-3/2；对角线加 nugget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57341-0944-4A84-9321-2833C66B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12012-E89E-462D-96EC-5790C44F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A0F05-A495-457B-A8C6-DE47F6A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48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解增广方程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2AE76-3B14-491F-9A7C-91017D3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同时满足相关性拟合与 Σw=1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1A886-01DE-4A2F-BA11-9F54C48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98120-9E98-4403-A5A1-1165C41C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577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2B41C-98AF-4A70-A2CC-EFFF826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38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插值紧凑谱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76F77-FA1A-47F9-8679-B8DEFEE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48225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预测 = Σ wk × 邻居的 2,560 维谱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6C010-326A-499B-92C4-0CC27197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63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15C93-80CD-46DA-A3E2-71E4686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73E6"/>
                </a:solidFill>
                <a:latin typeface="Consolas"/>
                <a:ea typeface="Consolas"/>
                <a:cs typeface="Consolas"/>
              </a:defRPr>
            </a:pPr>
            <a:r>
              <a:rPr sz="1725" b="1" i="0">
                <a:solidFill>
                  <a:srgbClr val="1473E6"/>
                </a:solidFill>
                <a:latin typeface="Consolas"/>
                <a:ea typeface="Consolas"/>
                <a:cs typeface="Consolas"/>
              </a:rPr>
              <a:t>[Cnn+nugget·I   1;  1ᵀ   0] · [w; λ] = [Cq; 1]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BEE30-EA92-4071-BB56-9AC5B776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8483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45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最后一行强制 Σw=1；允许负权重时可局部外推，正权重模式则裁剪并归一化。</a:t>
            </a:r>
          </a:p>
        </p:txBody>
      </p:sp>
    </p:spTree>
    <p:extLst>
      <p:ext uri="{BB962C8B-B14F-4D97-AF65-F5344CB8AC3E}">
        <p14:creationId xmlns:p14="http://schemas.microsoft.com/office/powerpoint/2010/main" val="7533736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5E0C6-AF67-46E1-A18A-9F61C2C6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2 / 多专家预测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93754-4E54-4BBA-A5DE-D04FC842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03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15 个专家不是 15 个网络，而是 15 套克里金空间假设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3D54A-926F-4A92-B33F-33C5BA6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78EC4-8F95-4C1F-8556-DE0D009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475E9-C8C4-4A18-A24A-8B0CF75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486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614B3-6B3C-4C5D-B114-152D0E74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邻居数 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3213C-05F0-47B4-B0B0-78323233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16 / 24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3185E-F187-4231-800F-3195A89E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细节 ↔ 稳定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F9453-578D-4F0A-97CB-9222E47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3486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7C017-C10C-46A0-B42E-D6F219C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带宽尺度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BEC40-5132-4AE8-938C-54F7287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764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0.5 / 0.75 / 1 / 1.5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4FE40-37E2-4DDD-8CAC-D9F452F4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快衰减 ↔ 慢衰减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FC997-1E76-4112-9A2A-405A94AD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3486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C6183-CE2D-4E8E-9E5F-8C0FCFC5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nugget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280A8-4F49-4559-93D1-3767212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764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0.001 / 0.01 / 0.05 / 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18A3A-FD49-4A75-8373-BA235814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精确拟合 ↔ 强平滑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C81C3-B35F-45C8-BDC7-76457E98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3486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AFFC9-2314-4E15-AD59-6AA6989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协方差核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C3DAF-82A1-4F51-BB95-478A751B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Exponential / Matérn32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EEF8E-D7B8-4BF1-8C70-B6334B0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粗糙场 ↔ 较平滑场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A1343-F8A4-415E-8B7E-703185BB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3486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D537E-05CC-4B5F-A93C-750636DA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地图嵌入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3B16C-C6FD-4202-ACFF-04267B2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385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patch / all /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67943-F4D6-43DE-A528-A9C2B59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局部地图 ↔ 全上下文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8CE1C-1B6D-436E-89C9-A15F4E70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3486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7E83F-1DB3-4D96-B242-6305199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权重约束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9601E-3D6A-4A0E-BF4E-E5451AE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385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positive / signed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9D6C9-CF7E-4B98-81A8-A3690C3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纯凸组合 ↔ 局部外推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1D6B9-D7B6-45FC-9427-261A8B1E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43293-0A58-4DDC-998A-80A1EAA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每个专家预测什么？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D5C48-605E-4D66-80E3-B2C49F02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每套配置都输出同一个测试点的完整 2,560 维紧凑谱：PAS 1,024 维 + PDP 1,536 维。差别只在“选谁做邻居、相信多大范围、平滑多少”。</a:t>
            </a:r>
          </a:p>
        </p:txBody>
      </p:sp>
    </p:spTree>
    <p:extLst>
      <p:ext uri="{BB962C8B-B14F-4D97-AF65-F5344CB8AC3E}">
        <p14:creationId xmlns:p14="http://schemas.microsoft.com/office/powerpoint/2010/main" val="1564141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10F42-D5CD-456E-857F-4BCBDD2A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2 / 多专家融合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7DF3-1D4F-423A-8F13-F6B57CF7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专家权重按样本、按谱组计算，而不是全局平均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FE78-71B3-424E-8221-828C25F8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607A9-5731-4F38-9FB0-5A0F0E55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B5509-BDD7-4429-9A02-1753404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C5724-21A2-4940-AD31-535E148B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E228A-DA0E-4A47-A062-BFE29FE2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第一层 · 基础权重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1F92A-B728-43D9-847E-942AFCA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2895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五折折外表现形成每个谱组的 base logits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E8C79-AACD-4061-A21C-0765D071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B59AD-35DA-4EAB-90C7-BC1EEEB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4AA1E-8872-47CE-A278-8BEBFA84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9547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第二层 · 条件修正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5F240-81CD-4C08-A1BA-7B45F59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57425"/>
            <a:ext cx="2895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位置 [x,y] + 基础地图 7 维，学习小幅区域偏置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4F3AD-121E-4559-AB46-7E3DE72E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5F937-6224-4F88-B3C8-5C57BA43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30CEA-4B14-4013-8CD0-D6B631F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9547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第三层 · 分歧门控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55E24-0406-4CBE-AFA7-792DBB8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57425"/>
            <a:ext cx="2895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15×15 Gram、相对范数与 12 维组嵌入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80A4C-27C9-4CFA-8A20-F1321988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6CE68-CD52-4575-BAD6-E087A66E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C3736-B5DD-4423-A30E-4AFA27C1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53E15-717E-41EF-94CE-1C1A58A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73E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473E6"/>
                </a:solidFill>
                <a:latin typeface="Consolas"/>
                <a:ea typeface="Consolas"/>
                <a:cs typeface="Consolas"/>
              </a:rPr>
              <a:t>logit = log(base_weight) + condition_correction + disagreement_correction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B98B8-79B6-4AA0-B7F9-EFEABEC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0"/>
                </a:solidFill>
                <a:latin typeface="Consolas"/>
                <a:ea typeface="Consolas"/>
                <a:cs typeface="Consolas"/>
              </a:defRPr>
            </a:pPr>
            <a:r>
              <a:rPr sz="1425" b="1" i="0">
                <a:solidFill>
                  <a:srgbClr val="101820"/>
                </a:solidFill>
                <a:latin typeface="Consolas"/>
                <a:ea typeface="Consolas"/>
                <a:cs typeface="Consolas"/>
              </a:rPr>
              <a:t>expert_weight = softmax(logit across 15 experts)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3B9D5-FAB8-49B4-810E-7887422A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5276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A757F-B58E-439F-ACC6-40BD5AA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PAS：4 个 UE 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E984E-B1C7-430F-9FFB-1B2EAA4A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470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每个 UE 的 256 维角谱独立选择 15 个专家权重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A87A2-053F-4C7C-8E5D-734B45A8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565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E5CD0-1E3A-4A94-93C0-5C7C26BD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PDP：2 极化 × 4 UE = 8 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C1C69-A6E5-426B-AB5F-C5F4CFD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512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每组 192 维时延谱独立选择专家，避免一套权重支配全信道</a:t>
            </a:r>
          </a:p>
        </p:txBody>
      </p:sp>
    </p:spTree>
    <p:extLst>
      <p:ext uri="{BB962C8B-B14F-4D97-AF65-F5344CB8AC3E}">
        <p14:creationId xmlns:p14="http://schemas.microsoft.com/office/powerpoint/2010/main" val="5193483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F8F0B-63C4-47C5-A2B7-295B36A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3 / 评分对齐表征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C4088-B26D-4986-A054-2D10292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PAS/PDP 把超高维复信道转化为可解释谱学习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0D62-3C00-41FE-A02F-0D478117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9E408-97DC-4C75-B5DC-E81785A1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20331-19FF-436E-8321-059F5E6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2571750" cy="37528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16FCB-9C89-42CE-9882-9C36A1D7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复信道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EF0F2-4CD2-4C71-8912-ECE54E97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256 BS 天线</a:t>
            </a:r>
          </a:p>
          <a:p xmlns:a="http://schemas.openxmlformats.org/drawingml/2006/main">
            <a:pPr algn="l">
              <a:defRPr sz="18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× 4 UE 天线</a:t>
            </a:r>
          </a:p>
          <a:p xmlns:a="http://schemas.openxmlformats.org/drawingml/2006/main">
            <a:pPr algn="l">
              <a:defRPr sz="18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× 192 子载波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CE103-A7A4-46D8-8C3E-7960A13F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196,608 个复数/点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4A67D-5B9A-42EB-9F1D-4D7C4887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CE277-1B30-4DFB-B661-48BF8A0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716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8DD46-D372-450F-8981-9BA612B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角域分支 / PAS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B01CD-4551-4D5C-A36F-AC236E3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阵列维做空间傅里叶变换</a:t>
            </a:r>
          </a:p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按 H/V 与 UE 分组聚合功率</a:t>
            </a:r>
          </a:p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直接优化角度谱形状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DB667-D1E4-4FBA-8BA3-711BCB1E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137DA-BC69-47B8-9779-B8019E6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时延域分支 / PDP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FA0A5-9680-48DC-B3A3-49809FB2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子载波维变换为冲激响应</a:t>
            </a:r>
          </a:p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聚合各时延抽头能量</a:t>
            </a:r>
          </a:p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直接优化多径时延结构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CA522-E5CF-4282-A871-5B814C5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379BF-0FA8-4F64-B3A1-8337D84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3352800" cy="37528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7D759-70CC-4079-82FD-4C8E4FFF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共享空间条件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6D64F-AB1B-480E-93AA-F4E3450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位置邻域</a:t>
            </a:r>
          </a:p>
          <a:p xmlns:a="http://schemas.openxmlformats.org/drawingml/2006/main">
            <a:pPr algn="l">
              <a:defRPr sz="1725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地图物理特征</a:t>
            </a:r>
          </a:p>
          <a:p xmlns:a="http://schemas.openxmlformats.org/drawingml/2006/main">
            <a:pPr algn="l">
              <a:defRPr sz="1725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多尺度专家输出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9A25C-02D8-4248-95F9-ABD18F1C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BCA03-9F62-46DF-96BC-61BA1E01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分支独立校准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DD705-2FD4-4609-BD58-4CC9FE0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74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PAS 与 PDP 使用不同邻域、权重和修正强度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D1344-1036-44DB-AE53-4CE2FEE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1163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2D4CF-B43D-41E9-8599-6FF81968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设计收益：训练目标与评分指标一致，同时显著降低直接回归完整复矩阵的难度。</a:t>
            </a:r>
          </a:p>
        </p:txBody>
      </p:sp>
    </p:spTree>
    <p:extLst>
      <p:ext uri="{BB962C8B-B14F-4D97-AF65-F5344CB8AC3E}">
        <p14:creationId xmlns:p14="http://schemas.microsoft.com/office/powerpoint/2010/main" val="15828102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952E5-6E03-4322-8511-354009AA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4 / 复数重建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4C1AD-FBCC-49AA-874F-D749D6D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复信道重建的核心是保住相位连续性，再匹配目标谱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A640A-E538-464C-AA84-EFC94F4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614D-2227-4BB7-A9D9-F5959FCA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6DCDA-A5B3-4365-9E83-7850432C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10829-B5CE-4883-AC72-D39F44FC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13D83-B6BE-457F-8595-C8CCD406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90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相位同步初值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3AD55-11CF-4C6A-875F-A2832F9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653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对邻域复信道进行局部相位对齐，避免直接平均相消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5A161-1882-4F1E-A61C-B31F7926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01A3F-96F4-482B-8B1B-25A5C633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479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F6DF6-2706-4343-923F-83F91314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28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传播相位补偿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E2DB9-4D81-4576-98C9-ACD2FA4C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653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加入 BS—UE 径向载波相位与阵列导向补偿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D6114-0847-42E9-AFD2-7A812C9C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B8712-BA6E-471E-8F7C-72BF3B7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861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1F141-37D4-46DA-8A26-95F28BEF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67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角域投影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94EA2-1C19-4BBF-8AD6-B9F3374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653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保持当前复相位，将角域幅度拉向目标 PAS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06C28-9219-4BD8-9897-7B1E831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8E55A-A54C-48EF-A350-9E4DCCEB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A9A8E-4851-4A0D-8653-A3EEDCE5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时延域投影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B3629-B4BC-4592-87C8-14269E71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653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保持当前复相位，将时延幅度拉向目标 PDP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16E4F-C5A8-4281-BD82-971043C5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29DD7-1C1B-4A41-8656-F0EE74E6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625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DB6F0-EB18-409B-9513-A03376D1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复数校准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CED15-8970-470B-A589-0A20421A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653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学习全局复标量、UE 残差和能量尺度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E2414-CBEC-41C2-9D15-D4A510B8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FC87A-F4BF-4AA6-9A37-BC7F266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PAS 投影 ↔ PDP 投影交替迭代：分别修正两个域的幅度，同时尽量保留已经形成的复相位结构。</a:t>
            </a:r>
          </a:p>
        </p:txBody>
      </p:sp>
    </p:spTree>
    <p:extLst>
      <p:ext uri="{BB962C8B-B14F-4D97-AF65-F5344CB8AC3E}">
        <p14:creationId xmlns:p14="http://schemas.microsoft.com/office/powerpoint/2010/main" val="1872968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F7D8E-E410-41E9-BA40-DCA92BC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模型设计 5 / 联合决策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BF727-C329-43EB-B12D-498DB0E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四动作门控协调 PAS、PDP 与 NMSE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078C1-6A2E-450D-AF5A-0D7D78EF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18721-F07E-4765-A96D-C4822CF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C5DF6-A8CA-475B-B7D2-B8BBF249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候选动作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2B670-923D-4904-93A2-9DFDE53E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969F9-56DE-4600-B41B-1577CC8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A0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2551D-37D5-405F-9475-33A7C9A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保持初值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C69A6-338D-4276-94BA-7B4DCA94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谱预测已经可靠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CCC7D-0F95-4693-9E69-7E0FAB9F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6C6E0-75F9-49A8-9AEA-1F61155C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C28D2-72DD-48EB-A153-1799F29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仅修正 PAS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F8414-7143-48A0-8357-9514FADC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角域偏差更明显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29175-B4D9-402F-891F-EAE4D1B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E2D2E-4C46-4696-AECA-1CD8665A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45F28-B4FA-47BD-AFB2-21454483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仅修正 PDP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B0805-9C59-4A75-8B59-B488A54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时延域偏差更明显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12C0C-6F73-4ACA-8C7A-876FAD55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15C04-BF5D-4B78-9AAF-FFD0445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D49314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33CF4-76FA-438E-85F4-9656E494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PAS + PDP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16321-96E6-4670-A122-CB32749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两类谱同时需要修正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2012C-2361-4E9E-9AAE-91DC6E84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5715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1AA27-A3C1-4BC4-9164-F67D18F7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门控依据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50827-4594-4C8B-B876-8129279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邻居距离与密度  ·  地图遮挡  ·  双几何专家差异  ·  谱残差与能量置信度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F64B5-1151-4325-92AD-970027E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4033D-EE18-46FD-9D35-9436EDC3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训练阶段：严格折外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DE6B7-A41D-4839-9A23-88759429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每个验证折的门控与校准器，只使用其余折的统计量，避免验证信息泄漏。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2AB61-54F5-407C-95F6-4D99AD8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5600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D16C1-D5A5-429E-98EB-4592540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推理阶段：动作可复现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9D6DB-EFF4-41EA-8D5A-58C8889D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6735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3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运行时门控与离线验证逐折一致；紧凑特征最大误差 &lt; 4.8×10⁻⁷。</a:t>
            </a:r>
          </a:p>
        </p:txBody>
      </p:sp>
    </p:spTree>
    <p:extLst>
      <p:ext uri="{BB962C8B-B14F-4D97-AF65-F5344CB8AC3E}">
        <p14:creationId xmlns:p14="http://schemas.microsoft.com/office/powerpoint/2010/main" val="108087353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CD6CF-28F3-4FBC-B754-8149F33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优化迭代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CC37C-6C36-4C1F-BD41-8DF51D9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最后增益来自几何集成门控，而非扩大模型规模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1D7A2-FD74-48EF-84A6-FA8E5676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9A586-BAD6-413B-A49A-734FEDC3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724DA-8E43-49F2-8DD7-592F73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五折指标值 ×1000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619125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a4dc46d0e547b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71412-9BF4-424D-9F5E-E3EE8AB4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90700"/>
            <a:ext cx="4019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F501D-3706-4172-B519-E2688F0A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+0.000284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94220-838F-4E8D-8E8E-90CB6F53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综合分数提升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DF3B3-B49C-46D7-BEE9-73A149F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432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v50 相比正式 v40 五折均值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0B424-5D36-4DF9-9B36-CD438A2D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019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0FFAA-D7AB-43D3-883E-FAE7311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−0.000281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AC650-3910-4BA5-95E9-BC0456A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053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NMSE 下降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634EC-1A4A-4981-878B-C464B1F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673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0.614617 → 0.614336（越低越好）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2078C-C309-49B5-A019-9A5B1B78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19750"/>
            <a:ext cx="4019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关键判断：在模型主体趋于饱和后，把优化重点转向样本级决策，比继续堆叠全局修正更有效。</a:t>
            </a:r>
          </a:p>
        </p:txBody>
      </p:sp>
    </p:spTree>
    <p:extLst>
      <p:ext uri="{BB962C8B-B14F-4D97-AF65-F5344CB8AC3E}">
        <p14:creationId xmlns:p14="http://schemas.microsoft.com/office/powerpoint/2010/main" val="68613677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68A12-756B-440A-8694-E1D2B728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最终结果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F614E-A4E3-447E-B930-9976B738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37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严格五折验证综合分数 0.770607，三项指标实现联合平衡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D2D27-CA54-4AA5-AC5B-D238FEE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8D94A-FD06-40EA-BDFA-ACE12C40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75D41-BCD8-4CA1-9A9C-EA09C621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2571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E4E8D-3B14-4A25-9223-053501B4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0.764817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64400-BF7B-426B-AB1E-6696827F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C1F4C-F2D3-49F7-9809-D4316C9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角域谱余弦相似度</a:t>
            </a:r>
          </a:p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越高越好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BC120-5BC8-4857-96AE-0B166828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71650"/>
            <a:ext cx="2571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1A3BB-5D60-46CD-998B-4F090921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0.851976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4467-B622-471D-85DB-A9F0C4EB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PDP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0A260-E734-400E-938B-8337E59E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时延谱余弦相似度</a:t>
            </a:r>
          </a:p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越高越好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BFFC3-5333-4CD3-99B1-176C50C4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71650"/>
            <a:ext cx="2571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831D7-3E8E-4A91-817A-F74786C3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C23B3B"/>
                </a:solidFill>
                <a:latin typeface="Microsoft YaHei"/>
                <a:ea typeface="Microsoft YaHei"/>
                <a:cs typeface="Microsoft YaHei"/>
              </a:rPr>
              <a:t>0.614336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ABE7E-501A-4CB9-AB58-8C9F5427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NMSE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7C971-9304-4800-8670-F4FB66D2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复信道归一化均方误差</a:t>
            </a:r>
          </a:p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越低越好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E4F59-6B70-42B7-B73C-49094242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8765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F682A-DEFC-4C68-B0A9-5E41B3B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6835A"/>
                </a:solidFill>
                <a:latin typeface="Microsoft YaHei"/>
                <a:ea typeface="Microsoft YaHei"/>
                <a:cs typeface="Microsoft YaHei"/>
              </a:rPr>
              <a:t>0.770607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583AE-B177-4093-81F7-7B57A786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综合分数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F7FC6-8215-40BF-93AB-7143F02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2419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0.4·PAS + 0.4·PDP</a:t>
            </a:r>
          </a:p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+ 0.2/(1+NMSE)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0479A-68B8-46FB-A979-6FB5A0BC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0D716-C405-498A-9EFD-BDD02376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验证可信度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2A3D5-842A-44D1-9002-B91EB24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045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2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5 个固定验证折 × 200 样本；校准器严格 leave-one-fold-out；运行时门控动作全部匹配，最大紧凑特征误差 &lt; 4.8×10⁻⁷。</a:t>
            </a:r>
          </a:p>
        </p:txBody>
      </p:sp>
    </p:spTree>
    <p:extLst>
      <p:ext uri="{BB962C8B-B14F-4D97-AF65-F5344CB8AC3E}">
        <p14:creationId xmlns:p14="http://schemas.microsoft.com/office/powerpoint/2010/main" val="16730515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926F3-9CAC-4171-B4A8-57FBBA0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C73AE-D835-45D7-A244-BAE4466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186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成果不仅是一个分数，更是一套可复现、可继续演进的信道生成底座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4F711-CEB7-4D65-8B32-5D3A4420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6C8A8-7556-4007-ABF6-D210A814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D80F7-09AD-4ABB-93A6-F2A5C1C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718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9D6C4-B4D7-4882-A75B-CEA5E5AA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8FC93-B158-49E6-BD49-6507876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D121A-8097-458B-931F-398208B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30289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端到端 X_test → H_test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完整模型权重与 artifacts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输出格式与 8 项核心测试通过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7BBBA-4BB3-4446-8AC1-035FCAA6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33718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820D8-FF0E-4CA4-AF2A-27EEB06B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BCB0F-267A-43DA-B3AF-D471A964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716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方法价值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D3005-05FC-4E3F-9A10-DD09C9A7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0289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物理表征与数据驱动结合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三指标联合优化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模块化、可解释、可复用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5F2D7-707A-4273-9E2E-ED244E9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33718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6148D-EF51-4204-A6A4-921AFE77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3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08C9B-A4A0-4046-98CE-5934EF7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716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82E0E-D765-40AF-A880-3E7998ED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33625"/>
            <a:ext cx="30289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进入新场景的迁移验证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增强地图材质与遮挡语义</a:t>
            </a:r>
          </a:p>
          <a:p xmlns:a="http://schemas.openxmlformats.org/drawingml/2006/main">
            <a:pPr algn="l">
              <a:def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研究不确定性与在线更新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E8C83-E3C7-4FDE-949D-DEB419B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473E6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005D7-EE9F-415F-AD4F-46FED85F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1061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47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v50 证明了：先理解数据与指标，再按物理结构拆解模型，比直接扩大黑盒网络更有效。</a:t>
            </a:r>
          </a:p>
        </p:txBody>
      </p:sp>
    </p:spTree>
    <p:extLst>
      <p:ext uri="{BB962C8B-B14F-4D97-AF65-F5344CB8AC3E}">
        <p14:creationId xmlns:p14="http://schemas.microsoft.com/office/powerpoint/2010/main" val="525437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2026-08-17T14:38:12.0610000Z</dcterms:created>
  <dcterms:modified xsi:type="dcterms:W3CDTF">2026-08-17T14:38:12.0610000Z</dcterms:modified>
</coreProperties>
</file>